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40F545-FE87-412E-9E46-D3E2873B5F2F}" v="3" dt="2025-10-23T22:27:55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3" autoAdjust="0"/>
    <p:restoredTop sz="94660"/>
  </p:normalViewPr>
  <p:slideViewPr>
    <p:cSldViewPr snapToGrid="0">
      <p:cViewPr>
        <p:scale>
          <a:sx n="143" d="100"/>
          <a:sy n="143" d="100"/>
        </p:scale>
        <p:origin x="35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son, Peder" userId="aaca0d83-f9b5-4c7d-b7c7-244b5f7ee274" providerId="ADAL" clId="{FA40F545-FE87-412E-9E46-D3E2873B5F2F}"/>
    <pc:docChg chg="undo custSel modSld">
      <pc:chgData name="Larson, Peder" userId="aaca0d83-f9b5-4c7d-b7c7-244b5f7ee274" providerId="ADAL" clId="{FA40F545-FE87-412E-9E46-D3E2873B5F2F}" dt="2025-10-23T22:31:16.353" v="1246" actId="14100"/>
      <pc:docMkLst>
        <pc:docMk/>
      </pc:docMkLst>
      <pc:sldChg chg="addSp modSp mod">
        <pc:chgData name="Larson, Peder" userId="aaca0d83-f9b5-4c7d-b7c7-244b5f7ee274" providerId="ADAL" clId="{FA40F545-FE87-412E-9E46-D3E2873B5F2F}" dt="2025-10-23T22:31:16.353" v="1246" actId="14100"/>
        <pc:sldMkLst>
          <pc:docMk/>
          <pc:sldMk cId="493583150" sldId="256"/>
        </pc:sldMkLst>
        <pc:spChg chg="mod">
          <ac:chgData name="Larson, Peder" userId="aaca0d83-f9b5-4c7d-b7c7-244b5f7ee274" providerId="ADAL" clId="{FA40F545-FE87-412E-9E46-D3E2873B5F2F}" dt="2025-10-23T22:31:16.353" v="1246" actId="14100"/>
          <ac:spMkLst>
            <pc:docMk/>
            <pc:sldMk cId="493583150" sldId="256"/>
            <ac:spMk id="4" creationId="{106B07F4-30C4-B76C-E210-8F7FC9E7B490}"/>
          </ac:spMkLst>
        </pc:spChg>
        <pc:spChg chg="mod">
          <ac:chgData name="Larson, Peder" userId="aaca0d83-f9b5-4c7d-b7c7-244b5f7ee274" providerId="ADAL" clId="{FA40F545-FE87-412E-9E46-D3E2873B5F2F}" dt="2025-10-23T22:31:04.106" v="1244" actId="1035"/>
          <ac:spMkLst>
            <pc:docMk/>
            <pc:sldMk cId="493583150" sldId="256"/>
            <ac:spMk id="5" creationId="{2ABC4AC6-FE18-69EC-7372-DD70BF0C0C16}"/>
          </ac:spMkLst>
        </pc:spChg>
        <pc:spChg chg="mod">
          <ac:chgData name="Larson, Peder" userId="aaca0d83-f9b5-4c7d-b7c7-244b5f7ee274" providerId="ADAL" clId="{FA40F545-FE87-412E-9E46-D3E2873B5F2F}" dt="2025-10-23T22:19:30.339" v="519" actId="404"/>
          <ac:spMkLst>
            <pc:docMk/>
            <pc:sldMk cId="493583150" sldId="256"/>
            <ac:spMk id="9" creationId="{49852F0D-942E-F863-5EA3-B80BEB90A87F}"/>
          </ac:spMkLst>
        </pc:spChg>
        <pc:spChg chg="mod">
          <ac:chgData name="Larson, Peder" userId="aaca0d83-f9b5-4c7d-b7c7-244b5f7ee274" providerId="ADAL" clId="{FA40F545-FE87-412E-9E46-D3E2873B5F2F}" dt="2025-10-23T22:19:30.339" v="519" actId="404"/>
          <ac:spMkLst>
            <pc:docMk/>
            <pc:sldMk cId="493583150" sldId="256"/>
            <ac:spMk id="10" creationId="{D344B3BF-DC35-7B19-EA55-C83FEAF8903C}"/>
          </ac:spMkLst>
        </pc:spChg>
        <pc:spChg chg="mod">
          <ac:chgData name="Larson, Peder" userId="aaca0d83-f9b5-4c7d-b7c7-244b5f7ee274" providerId="ADAL" clId="{FA40F545-FE87-412E-9E46-D3E2873B5F2F}" dt="2025-10-23T22:20:07.364" v="520" actId="1582"/>
          <ac:spMkLst>
            <pc:docMk/>
            <pc:sldMk cId="493583150" sldId="256"/>
            <ac:spMk id="11" creationId="{ECA4F529-CE27-D84F-9536-BCD5945CC177}"/>
          </ac:spMkLst>
        </pc:spChg>
        <pc:spChg chg="mod">
          <ac:chgData name="Larson, Peder" userId="aaca0d83-f9b5-4c7d-b7c7-244b5f7ee274" providerId="ADAL" clId="{FA40F545-FE87-412E-9E46-D3E2873B5F2F}" dt="2025-10-23T22:20:07.364" v="520" actId="1582"/>
          <ac:spMkLst>
            <pc:docMk/>
            <pc:sldMk cId="493583150" sldId="256"/>
            <ac:spMk id="31" creationId="{1EC56064-8F83-FEA1-5009-4BAC65085FCE}"/>
          </ac:spMkLst>
        </pc:spChg>
        <pc:spChg chg="mod">
          <ac:chgData name="Larson, Peder" userId="aaca0d83-f9b5-4c7d-b7c7-244b5f7ee274" providerId="ADAL" clId="{FA40F545-FE87-412E-9E46-D3E2873B5F2F}" dt="2025-10-23T22:20:07.364" v="520" actId="1582"/>
          <ac:spMkLst>
            <pc:docMk/>
            <pc:sldMk cId="493583150" sldId="256"/>
            <ac:spMk id="36" creationId="{4EC6FCF5-7A53-11BF-250D-B894E92E5F92}"/>
          </ac:spMkLst>
        </pc:spChg>
        <pc:spChg chg="mod">
          <ac:chgData name="Larson, Peder" userId="aaca0d83-f9b5-4c7d-b7c7-244b5f7ee274" providerId="ADAL" clId="{FA40F545-FE87-412E-9E46-D3E2873B5F2F}" dt="2025-10-23T22:20:07.364" v="520" actId="1582"/>
          <ac:spMkLst>
            <pc:docMk/>
            <pc:sldMk cId="493583150" sldId="256"/>
            <ac:spMk id="41" creationId="{B9E633FC-6C61-DBFA-ADFF-E2743E0E3B63}"/>
          </ac:spMkLst>
        </pc:spChg>
        <pc:spChg chg="mod">
          <ac:chgData name="Larson, Peder" userId="aaca0d83-f9b5-4c7d-b7c7-244b5f7ee274" providerId="ADAL" clId="{FA40F545-FE87-412E-9E46-D3E2873B5F2F}" dt="2025-10-23T22:19:30.339" v="519" actId="404"/>
          <ac:spMkLst>
            <pc:docMk/>
            <pc:sldMk cId="493583150" sldId="256"/>
            <ac:spMk id="140" creationId="{0087F259-16D0-95D6-C038-800CEB75CFE0}"/>
          </ac:spMkLst>
        </pc:spChg>
        <pc:spChg chg="mod">
          <ac:chgData name="Larson, Peder" userId="aaca0d83-f9b5-4c7d-b7c7-244b5f7ee274" providerId="ADAL" clId="{FA40F545-FE87-412E-9E46-D3E2873B5F2F}" dt="2025-10-23T22:19:30.339" v="519" actId="404"/>
          <ac:spMkLst>
            <pc:docMk/>
            <pc:sldMk cId="493583150" sldId="256"/>
            <ac:spMk id="143" creationId="{9C51DD63-FD32-6C26-D750-0B803B50C871}"/>
          </ac:spMkLst>
        </pc:spChg>
        <pc:spChg chg="mod">
          <ac:chgData name="Larson, Peder" userId="aaca0d83-f9b5-4c7d-b7c7-244b5f7ee274" providerId="ADAL" clId="{FA40F545-FE87-412E-9E46-D3E2873B5F2F}" dt="2025-10-23T22:19:30.339" v="519" actId="404"/>
          <ac:spMkLst>
            <pc:docMk/>
            <pc:sldMk cId="493583150" sldId="256"/>
            <ac:spMk id="144" creationId="{6C6D8430-02FC-CD06-0CBC-6A8B7DD7D721}"/>
          </ac:spMkLst>
        </pc:spChg>
        <pc:spChg chg="mod">
          <ac:chgData name="Larson, Peder" userId="aaca0d83-f9b5-4c7d-b7c7-244b5f7ee274" providerId="ADAL" clId="{FA40F545-FE87-412E-9E46-D3E2873B5F2F}" dt="2025-10-23T22:19:30.339" v="519" actId="404"/>
          <ac:spMkLst>
            <pc:docMk/>
            <pc:sldMk cId="493583150" sldId="256"/>
            <ac:spMk id="146" creationId="{A7CAF06D-2782-0E17-A71F-BFD9C04C49C5}"/>
          </ac:spMkLst>
        </pc:spChg>
        <pc:spChg chg="mod">
          <ac:chgData name="Larson, Peder" userId="aaca0d83-f9b5-4c7d-b7c7-244b5f7ee274" providerId="ADAL" clId="{FA40F545-FE87-412E-9E46-D3E2873B5F2F}" dt="2025-10-23T22:19:30.339" v="519" actId="404"/>
          <ac:spMkLst>
            <pc:docMk/>
            <pc:sldMk cId="493583150" sldId="256"/>
            <ac:spMk id="147" creationId="{7F417507-D6EB-FAD1-44E1-2C3713B85A37}"/>
          </ac:spMkLst>
        </pc:spChg>
        <pc:spChg chg="mod">
          <ac:chgData name="Larson, Peder" userId="aaca0d83-f9b5-4c7d-b7c7-244b5f7ee274" providerId="ADAL" clId="{FA40F545-FE87-412E-9E46-D3E2873B5F2F}" dt="2025-10-23T22:19:30.339" v="519" actId="404"/>
          <ac:spMkLst>
            <pc:docMk/>
            <pc:sldMk cId="493583150" sldId="256"/>
            <ac:spMk id="148" creationId="{AA7BF259-7734-3C82-28A4-B30C61C86B1E}"/>
          </ac:spMkLst>
        </pc:spChg>
        <pc:spChg chg="mod">
          <ac:chgData name="Larson, Peder" userId="aaca0d83-f9b5-4c7d-b7c7-244b5f7ee274" providerId="ADAL" clId="{FA40F545-FE87-412E-9E46-D3E2873B5F2F}" dt="2025-10-23T22:15:25.121" v="321" actId="14100"/>
          <ac:spMkLst>
            <pc:docMk/>
            <pc:sldMk cId="493583150" sldId="256"/>
            <ac:spMk id="149" creationId="{B0FC087D-513E-EE36-73B8-47B060238ECD}"/>
          </ac:spMkLst>
        </pc:spChg>
        <pc:spChg chg="mod">
          <ac:chgData name="Larson, Peder" userId="aaca0d83-f9b5-4c7d-b7c7-244b5f7ee274" providerId="ADAL" clId="{FA40F545-FE87-412E-9E46-D3E2873B5F2F}" dt="2025-10-23T22:19:30.339" v="519" actId="404"/>
          <ac:spMkLst>
            <pc:docMk/>
            <pc:sldMk cId="493583150" sldId="256"/>
            <ac:spMk id="150" creationId="{28AFBF8B-741B-035B-71E6-4631E9AA56AC}"/>
          </ac:spMkLst>
        </pc:spChg>
        <pc:spChg chg="mod">
          <ac:chgData name="Larson, Peder" userId="aaca0d83-f9b5-4c7d-b7c7-244b5f7ee274" providerId="ADAL" clId="{FA40F545-FE87-412E-9E46-D3E2873B5F2F}" dt="2025-10-23T22:16:01.064" v="408" actId="14100"/>
          <ac:spMkLst>
            <pc:docMk/>
            <pc:sldMk cId="493583150" sldId="256"/>
            <ac:spMk id="151" creationId="{B47C39A6-B3F9-46AC-5C84-0A6D434F0A52}"/>
          </ac:spMkLst>
        </pc:spChg>
        <pc:spChg chg="mod">
          <ac:chgData name="Larson, Peder" userId="aaca0d83-f9b5-4c7d-b7c7-244b5f7ee274" providerId="ADAL" clId="{FA40F545-FE87-412E-9E46-D3E2873B5F2F}" dt="2025-10-23T22:16:34.362" v="477" actId="14100"/>
          <ac:spMkLst>
            <pc:docMk/>
            <pc:sldMk cId="493583150" sldId="256"/>
            <ac:spMk id="152" creationId="{5E2CADC9-B44F-D476-AA75-94456A6C427D}"/>
          </ac:spMkLst>
        </pc:spChg>
        <pc:spChg chg="add mod">
          <ac:chgData name="Larson, Peder" userId="aaca0d83-f9b5-4c7d-b7c7-244b5f7ee274" providerId="ADAL" clId="{FA40F545-FE87-412E-9E46-D3E2873B5F2F}" dt="2025-10-23T22:29:33.312" v="1183" actId="404"/>
          <ac:spMkLst>
            <pc:docMk/>
            <pc:sldMk cId="493583150" sldId="256"/>
            <ac:spMk id="157" creationId="{CF79B494-E7DC-7054-37BA-3CAF66FEF060}"/>
          </ac:spMkLst>
        </pc:spChg>
        <pc:spChg chg="add mod ord">
          <ac:chgData name="Larson, Peder" userId="aaca0d83-f9b5-4c7d-b7c7-244b5f7ee274" providerId="ADAL" clId="{FA40F545-FE87-412E-9E46-D3E2873B5F2F}" dt="2025-10-23T22:29:33.312" v="1183" actId="404"/>
          <ac:spMkLst>
            <pc:docMk/>
            <pc:sldMk cId="493583150" sldId="256"/>
            <ac:spMk id="158" creationId="{4F880821-2BFC-9AE2-0982-0262E2AE419A}"/>
          </ac:spMkLst>
        </pc:spChg>
        <pc:grpChg chg="mod">
          <ac:chgData name="Larson, Peder" userId="aaca0d83-f9b5-4c7d-b7c7-244b5f7ee274" providerId="ADAL" clId="{FA40F545-FE87-412E-9E46-D3E2873B5F2F}" dt="2025-10-23T22:19:17.180" v="513" actId="1076"/>
          <ac:grpSpMkLst>
            <pc:docMk/>
            <pc:sldMk cId="493583150" sldId="256"/>
            <ac:grpSpMk id="154" creationId="{0934DD4C-7B06-0BE6-B206-05AAC61AF14F}"/>
          </ac:grpSpMkLst>
        </pc:grpChg>
        <pc:grpChg chg="add mod">
          <ac:chgData name="Larson, Peder" userId="aaca0d83-f9b5-4c7d-b7c7-244b5f7ee274" providerId="ADAL" clId="{FA40F545-FE87-412E-9E46-D3E2873B5F2F}" dt="2025-10-23T22:29:29.013" v="1182" actId="14100"/>
          <ac:grpSpMkLst>
            <pc:docMk/>
            <pc:sldMk cId="493583150" sldId="256"/>
            <ac:grpSpMk id="159" creationId="{F8856FDC-5E62-5F50-9D24-74AA53ACFC26}"/>
          </ac:grpSpMkLst>
        </pc:grpChg>
        <pc:picChg chg="add mod">
          <ac:chgData name="Larson, Peder" userId="aaca0d83-f9b5-4c7d-b7c7-244b5f7ee274" providerId="ADAL" clId="{FA40F545-FE87-412E-9E46-D3E2873B5F2F}" dt="2025-10-23T22:17:06.985" v="483"/>
          <ac:picMkLst>
            <pc:docMk/>
            <pc:sldMk cId="493583150" sldId="256"/>
            <ac:picMk id="2" creationId="{36F0CFAF-EB5F-8110-27ED-B17E6E44D411}"/>
          </ac:picMkLst>
        </pc:picChg>
        <pc:picChg chg="add mod">
          <ac:chgData name="Larson, Peder" userId="aaca0d83-f9b5-4c7d-b7c7-244b5f7ee274" providerId="ADAL" clId="{FA40F545-FE87-412E-9E46-D3E2873B5F2F}" dt="2025-10-23T22:17:06.985" v="483"/>
          <ac:picMkLst>
            <pc:docMk/>
            <pc:sldMk cId="493583150" sldId="256"/>
            <ac:picMk id="3" creationId="{FEE8F0C2-2FC0-CF48-31D9-3B7EA093BA13}"/>
          </ac:picMkLst>
        </pc:picChg>
        <pc:picChg chg="mod">
          <ac:chgData name="Larson, Peder" userId="aaca0d83-f9b5-4c7d-b7c7-244b5f7ee274" providerId="ADAL" clId="{FA40F545-FE87-412E-9E46-D3E2873B5F2F}" dt="2025-10-23T22:27:55.218" v="1139" actId="164"/>
          <ac:picMkLst>
            <pc:docMk/>
            <pc:sldMk cId="493583150" sldId="256"/>
            <ac:picMk id="155" creationId="{E01315A1-7BF1-E94D-64F9-321CA9BF23D2}"/>
          </ac:picMkLst>
        </pc:picChg>
        <pc:picChg chg="mod">
          <ac:chgData name="Larson, Peder" userId="aaca0d83-f9b5-4c7d-b7c7-244b5f7ee274" providerId="ADAL" clId="{FA40F545-FE87-412E-9E46-D3E2873B5F2F}" dt="2025-10-23T22:27:55.218" v="1139" actId="164"/>
          <ac:picMkLst>
            <pc:docMk/>
            <pc:sldMk cId="493583150" sldId="256"/>
            <ac:picMk id="156" creationId="{1816691D-15B3-2F98-6814-CBBB8384B49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16D9-2FDD-4D9F-BF5E-687E4A4C9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E5E7-7355-416A-931E-0A68E76D8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64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16D9-2FDD-4D9F-BF5E-687E4A4C9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E5E7-7355-416A-931E-0A68E76D8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34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16D9-2FDD-4D9F-BF5E-687E4A4C9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E5E7-7355-416A-931E-0A68E76D8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9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16D9-2FDD-4D9F-BF5E-687E4A4C9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E5E7-7355-416A-931E-0A68E76D8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252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16D9-2FDD-4D9F-BF5E-687E4A4C9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E5E7-7355-416A-931E-0A68E76D8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49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16D9-2FDD-4D9F-BF5E-687E4A4C9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E5E7-7355-416A-931E-0A68E76D8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91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16D9-2FDD-4D9F-BF5E-687E4A4C9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E5E7-7355-416A-931E-0A68E76D8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22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16D9-2FDD-4D9F-BF5E-687E4A4C9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E5E7-7355-416A-931E-0A68E76D8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81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16D9-2FDD-4D9F-BF5E-687E4A4C9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E5E7-7355-416A-931E-0A68E76D8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90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16D9-2FDD-4D9F-BF5E-687E4A4C9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E5E7-7355-416A-931E-0A68E76D8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571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16D9-2FDD-4D9F-BF5E-687E4A4C9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E5E7-7355-416A-931E-0A68E76D8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8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C316D9-2FDD-4D9F-BF5E-687E4A4C9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BE5E7-7355-416A-931E-0A68E76D8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6B07F4-30C4-B76C-E210-8F7FC9E7B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89" y="56486"/>
            <a:ext cx="3936221" cy="1185620"/>
          </a:xfrm>
        </p:spPr>
        <p:txBody>
          <a:bodyPr/>
          <a:lstStyle/>
          <a:p>
            <a:r>
              <a:rPr lang="en-US" b="1" dirty="0"/>
              <a:t>What is MRI and How Does it Work?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BC4AC6-FE18-69EC-7372-DD70BF0C0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547" y="1140338"/>
            <a:ext cx="5915025" cy="5732752"/>
          </a:xfrm>
        </p:spPr>
        <p:txBody>
          <a:bodyPr>
            <a:normAutofit/>
          </a:bodyPr>
          <a:lstStyle/>
          <a:p>
            <a:r>
              <a:rPr lang="en-US" dirty="0"/>
              <a:t>MRI uses a powerful magnet and radio waves to take pictures inside of the body</a:t>
            </a:r>
          </a:p>
          <a:p>
            <a:r>
              <a:rPr lang="en-US" b="1" u="sng" dirty="0"/>
              <a:t>MRI</a:t>
            </a:r>
          </a:p>
          <a:p>
            <a:pPr lvl="1"/>
            <a:r>
              <a:rPr lang="en-US" b="1" dirty="0"/>
              <a:t>M</a:t>
            </a:r>
            <a:r>
              <a:rPr lang="en-US" dirty="0"/>
              <a:t>agnetic – uses a very large </a:t>
            </a:r>
            <a:br>
              <a:rPr lang="en-US" dirty="0"/>
            </a:br>
            <a:r>
              <a:rPr lang="en-US" dirty="0"/>
              <a:t>magnetic  field, and maps magnetic</a:t>
            </a:r>
            <a:br>
              <a:rPr lang="en-US" dirty="0"/>
            </a:br>
            <a:r>
              <a:rPr lang="en-US" dirty="0"/>
              <a:t>properties</a:t>
            </a:r>
          </a:p>
          <a:p>
            <a:pPr lvl="1"/>
            <a:r>
              <a:rPr lang="en-US" b="1" dirty="0"/>
              <a:t>R</a:t>
            </a:r>
            <a:r>
              <a:rPr lang="en-US" dirty="0"/>
              <a:t>esonance – hydrogen atoms </a:t>
            </a:r>
            <a:br>
              <a:rPr lang="en-US" dirty="0"/>
            </a:br>
            <a:r>
              <a:rPr lang="en-US" dirty="0"/>
              <a:t>vibrate at a radio frequency</a:t>
            </a:r>
          </a:p>
          <a:p>
            <a:pPr lvl="1"/>
            <a:r>
              <a:rPr lang="en-US" b="1" dirty="0"/>
              <a:t>I</a:t>
            </a:r>
            <a:r>
              <a:rPr lang="en-US" dirty="0"/>
              <a:t>maging – pictures are created</a:t>
            </a:r>
          </a:p>
          <a:p>
            <a:r>
              <a:rPr lang="en-US" dirty="0"/>
              <a:t>What does MRI measure?</a:t>
            </a:r>
          </a:p>
          <a:p>
            <a:pPr lvl="1"/>
            <a:r>
              <a:rPr lang="en-US" dirty="0"/>
              <a:t>Water molecules in the body</a:t>
            </a:r>
          </a:p>
          <a:p>
            <a:pPr lvl="1"/>
            <a:r>
              <a:rPr lang="en-US" dirty="0"/>
              <a:t>Your body is 80% water</a:t>
            </a:r>
          </a:p>
          <a:p>
            <a:pPr lvl="1"/>
            <a:r>
              <a:rPr lang="en-US" dirty="0"/>
              <a:t>Magnetic properties of water change between blood and different organs</a:t>
            </a:r>
          </a:p>
          <a:p>
            <a:r>
              <a:rPr lang="en-US" dirty="0"/>
              <a:t>Is MRI safe?</a:t>
            </a:r>
          </a:p>
          <a:p>
            <a:pPr lvl="1"/>
            <a:r>
              <a:rPr lang="en-US" dirty="0"/>
              <a:t>It is safe to be scanned over and over with MRI because it uses no radiation</a:t>
            </a:r>
          </a:p>
          <a:p>
            <a:pPr lvl="1"/>
            <a:r>
              <a:rPr lang="en-US" dirty="0"/>
              <a:t>Bringing magnetic objects into a MRI scanner room is dangerous, these can get stuck to the large magnet</a:t>
            </a:r>
          </a:p>
          <a:p>
            <a:endParaRPr lang="en-US" dirty="0"/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934DD4C-7B06-0BE6-B206-05AAC61AF14F}"/>
              </a:ext>
            </a:extLst>
          </p:cNvPr>
          <p:cNvGrpSpPr/>
          <p:nvPr/>
        </p:nvGrpSpPr>
        <p:grpSpPr>
          <a:xfrm>
            <a:off x="57559" y="6783881"/>
            <a:ext cx="6800441" cy="2403920"/>
            <a:chOff x="965200" y="533400"/>
            <a:chExt cx="21729629" cy="768130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60A71D-5B84-CED0-F1DE-F3F5E47E4C56}"/>
                </a:ext>
              </a:extLst>
            </p:cNvPr>
            <p:cNvSpPr/>
            <p:nvPr/>
          </p:nvSpPr>
          <p:spPr>
            <a:xfrm>
              <a:off x="965200" y="533400"/>
              <a:ext cx="20586700" cy="565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pic>
          <p:nvPicPr>
            <p:cNvPr id="7" name="Picture 35" descr="body-outline_inverted">
              <a:extLst>
                <a:ext uri="{FF2B5EF4-FFF2-40B4-BE49-F238E27FC236}">
                  <a16:creationId xmlns:a16="http://schemas.microsoft.com/office/drawing/2014/main" id="{71988EEB-B585-F69A-D528-CE7845524F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0619" y="957804"/>
              <a:ext cx="2200275" cy="42052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4A534DB-3D47-C043-3ECA-E81040235D86}"/>
                </a:ext>
              </a:extLst>
            </p:cNvPr>
            <p:cNvGrpSpPr/>
            <p:nvPr/>
          </p:nvGrpSpPr>
          <p:grpSpPr>
            <a:xfrm>
              <a:off x="1146517" y="863446"/>
              <a:ext cx="4178300" cy="4219575"/>
              <a:chOff x="6373790" y="1527969"/>
              <a:chExt cx="4178300" cy="4219575"/>
            </a:xfrm>
          </p:grpSpPr>
          <p:sp>
            <p:nvSpPr>
              <p:cNvPr id="9" name="AutoShape 38">
                <a:extLst>
                  <a:ext uri="{FF2B5EF4-FFF2-40B4-BE49-F238E27FC236}">
                    <a16:creationId xmlns:a16="http://schemas.microsoft.com/office/drawing/2014/main" id="{49852F0D-942E-F863-5EA3-B80BEB90A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6015" y="2956718"/>
                <a:ext cx="490537" cy="1624012"/>
              </a:xfrm>
              <a:prstGeom prst="upArrow">
                <a:avLst>
                  <a:gd name="adj1" fmla="val 50806"/>
                  <a:gd name="adj2" fmla="val 10162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0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Rectangle 39">
                    <a:extLst>
                      <a:ext uri="{FF2B5EF4-FFF2-40B4-BE49-F238E27FC236}">
                        <a16:creationId xmlns:a16="http://schemas.microsoft.com/office/drawing/2014/main" id="{D344B3BF-DC35-7B19-EA55-C83FEAF890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73790" y="2418554"/>
                    <a:ext cx="1188332" cy="87157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baseline="-25000" dirty="0"/>
                  </a:p>
                </p:txBody>
              </p:sp>
            </mc:Choice>
            <mc:Fallback>
              <p:sp>
                <p:nvSpPr>
                  <p:cNvPr id="10" name="Rectangle 39">
                    <a:extLst>
                      <a:ext uri="{FF2B5EF4-FFF2-40B4-BE49-F238E27FC236}">
                        <a16:creationId xmlns:a16="http://schemas.microsoft.com/office/drawing/2014/main" id="{D344B3BF-DC35-7B19-EA55-C83FEAF8903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373790" y="2418554"/>
                    <a:ext cx="1188332" cy="87157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AutoShape 14">
                <a:extLst>
                  <a:ext uri="{FF2B5EF4-FFF2-40B4-BE49-F238E27FC236}">
                    <a16:creationId xmlns:a16="http://schemas.microsoft.com/office/drawing/2014/main" id="{ECA4F529-CE27-D84F-9536-BCD5945CC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6777" y="1527969"/>
                <a:ext cx="3135313" cy="4219575"/>
              </a:xfrm>
              <a:prstGeom prst="can">
                <a:avLst>
                  <a:gd name="adj" fmla="val 33646"/>
                </a:avLst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0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16C96B3-A4F8-4191-B4A9-A0B475EC31A6}"/>
                </a:ext>
              </a:extLst>
            </p:cNvPr>
            <p:cNvGrpSpPr/>
            <p:nvPr/>
          </p:nvGrpSpPr>
          <p:grpSpPr>
            <a:xfrm>
              <a:off x="2975418" y="1165765"/>
              <a:ext cx="1584326" cy="3422650"/>
              <a:chOff x="8193064" y="1875630"/>
              <a:chExt cx="1584326" cy="3422650"/>
            </a:xfrm>
          </p:grpSpPr>
          <p:pic>
            <p:nvPicPr>
              <p:cNvPr id="13" name="Picture 36" descr="spin">
                <a:extLst>
                  <a:ext uri="{FF2B5EF4-FFF2-40B4-BE49-F238E27FC236}">
                    <a16:creationId xmlns:a16="http://schemas.microsoft.com/office/drawing/2014/main" id="{70C7BF22-EB2C-549C-7E0C-87F5C738A9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8721702" y="241220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49" descr="spin">
                <a:extLst>
                  <a:ext uri="{FF2B5EF4-FFF2-40B4-BE49-F238E27FC236}">
                    <a16:creationId xmlns:a16="http://schemas.microsoft.com/office/drawing/2014/main" id="{3DBAEDF2-898D-BE91-34B4-2BA3A36362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8778852" y="316150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50" descr="spin">
                <a:extLst>
                  <a:ext uri="{FF2B5EF4-FFF2-40B4-BE49-F238E27FC236}">
                    <a16:creationId xmlns:a16="http://schemas.microsoft.com/office/drawing/2014/main" id="{79B6BFE0-6684-BCE0-9D5F-A831B02139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8972527" y="272494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51" descr="spin">
                <a:extLst>
                  <a:ext uri="{FF2B5EF4-FFF2-40B4-BE49-F238E27FC236}">
                    <a16:creationId xmlns:a16="http://schemas.microsoft.com/office/drawing/2014/main" id="{931A44FF-A4D2-4CDE-B561-57CFAE1C0F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9072539" y="329803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" name="Picture 52" descr="spin">
                <a:extLst>
                  <a:ext uri="{FF2B5EF4-FFF2-40B4-BE49-F238E27FC236}">
                    <a16:creationId xmlns:a16="http://schemas.microsoft.com/office/drawing/2014/main" id="{0A709FE9-6D63-96F8-8E88-F3D92C3F61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8905852" y="187563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53" descr="spin">
                <a:extLst>
                  <a:ext uri="{FF2B5EF4-FFF2-40B4-BE49-F238E27FC236}">
                    <a16:creationId xmlns:a16="http://schemas.microsoft.com/office/drawing/2014/main" id="{3D8CD11D-5B47-8606-A132-6D6EBCB501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9113814" y="3961605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54" descr="spin">
                <a:extLst>
                  <a:ext uri="{FF2B5EF4-FFF2-40B4-BE49-F238E27FC236}">
                    <a16:creationId xmlns:a16="http://schemas.microsoft.com/office/drawing/2014/main" id="{02DB7C23-C67E-B529-C76C-699A0FFCD3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8418489" y="291226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55" descr="spin">
                <a:extLst>
                  <a:ext uri="{FF2B5EF4-FFF2-40B4-BE49-F238E27FC236}">
                    <a16:creationId xmlns:a16="http://schemas.microsoft.com/office/drawing/2014/main" id="{120C4B71-F47F-4CE3-3B87-BC20F2BAD0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8637564" y="387588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56" descr="spin">
                <a:extLst>
                  <a:ext uri="{FF2B5EF4-FFF2-40B4-BE49-F238E27FC236}">
                    <a16:creationId xmlns:a16="http://schemas.microsoft.com/office/drawing/2014/main" id="{4204205A-CB8B-3A18-7CE6-C8F35F49D6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9394802" y="290115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" name="Picture 57" descr="spin">
                <a:extLst>
                  <a:ext uri="{FF2B5EF4-FFF2-40B4-BE49-F238E27FC236}">
                    <a16:creationId xmlns:a16="http://schemas.microsoft.com/office/drawing/2014/main" id="{7B6150FD-E72F-FDE2-325E-6C7EF0A01B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8528027" y="462041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58" descr="spin">
                <a:extLst>
                  <a:ext uri="{FF2B5EF4-FFF2-40B4-BE49-F238E27FC236}">
                    <a16:creationId xmlns:a16="http://schemas.microsoft.com/office/drawing/2014/main" id="{9735BBBB-C5AD-EF14-8458-24008CFC67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9113814" y="481568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" name="Picture 59" descr="spin">
                <a:extLst>
                  <a:ext uri="{FF2B5EF4-FFF2-40B4-BE49-F238E27FC236}">
                    <a16:creationId xmlns:a16="http://schemas.microsoft.com/office/drawing/2014/main" id="{1E01FE4E-D259-EA5C-2F1D-6B8669FD69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9143977" y="242014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" name="Picture 60" descr="spin">
                <a:extLst>
                  <a:ext uri="{FF2B5EF4-FFF2-40B4-BE49-F238E27FC236}">
                    <a16:creationId xmlns:a16="http://schemas.microsoft.com/office/drawing/2014/main" id="{3CCDB16D-77C4-F3B4-721F-806C43D641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9594827" y="341868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61" descr="spin">
                <a:extLst>
                  <a:ext uri="{FF2B5EF4-FFF2-40B4-BE49-F238E27FC236}">
                    <a16:creationId xmlns:a16="http://schemas.microsoft.com/office/drawing/2014/main" id="{178FFB04-FD60-367F-17B2-F015688F15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8193064" y="352821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7" name="Picture 35" descr="body-outline_inverted">
              <a:extLst>
                <a:ext uri="{FF2B5EF4-FFF2-40B4-BE49-F238E27FC236}">
                  <a16:creationId xmlns:a16="http://schemas.microsoft.com/office/drawing/2014/main" id="{E0877A06-DD72-A071-61AA-EDF99E6B0A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6228" y="957804"/>
              <a:ext cx="2200275" cy="42052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BBA351B-38D2-9BE2-D147-8A4DDC6F89C4}"/>
                </a:ext>
              </a:extLst>
            </p:cNvPr>
            <p:cNvGrpSpPr/>
            <p:nvPr/>
          </p:nvGrpSpPr>
          <p:grpSpPr>
            <a:xfrm>
              <a:off x="6482126" y="863446"/>
              <a:ext cx="4178300" cy="4219575"/>
              <a:chOff x="6373790" y="1527969"/>
              <a:chExt cx="4178300" cy="4219575"/>
            </a:xfrm>
          </p:grpSpPr>
          <p:sp>
            <p:nvSpPr>
              <p:cNvPr id="29" name="AutoShape 38">
                <a:extLst>
                  <a:ext uri="{FF2B5EF4-FFF2-40B4-BE49-F238E27FC236}">
                    <a16:creationId xmlns:a16="http://schemas.microsoft.com/office/drawing/2014/main" id="{9F6A3629-5640-4C27-9AAD-7D1BA8331A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6015" y="2956718"/>
                <a:ext cx="490537" cy="1624012"/>
              </a:xfrm>
              <a:prstGeom prst="upArrow">
                <a:avLst>
                  <a:gd name="adj1" fmla="val 50806"/>
                  <a:gd name="adj2" fmla="val 10162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00"/>
              </a:p>
            </p:txBody>
          </p:sp>
          <p:sp>
            <p:nvSpPr>
              <p:cNvPr id="30" name="Rectangle 39">
                <a:extLst>
                  <a:ext uri="{FF2B5EF4-FFF2-40B4-BE49-F238E27FC236}">
                    <a16:creationId xmlns:a16="http://schemas.microsoft.com/office/drawing/2014/main" id="{0D527088-1E95-B15E-BDFB-5A9CE41FC3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3790" y="2418554"/>
                <a:ext cx="1066427" cy="8851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200" i="1" dirty="0"/>
                  <a:t>B</a:t>
                </a:r>
                <a:r>
                  <a:rPr lang="en-US" sz="1200" baseline="-25000" dirty="0"/>
                  <a:t>0</a:t>
                </a:r>
              </a:p>
            </p:txBody>
          </p:sp>
          <p:sp>
            <p:nvSpPr>
              <p:cNvPr id="31" name="AutoShape 14">
                <a:extLst>
                  <a:ext uri="{FF2B5EF4-FFF2-40B4-BE49-F238E27FC236}">
                    <a16:creationId xmlns:a16="http://schemas.microsoft.com/office/drawing/2014/main" id="{1EC56064-8F83-FEA1-5009-4BAC65085F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6777" y="1527969"/>
                <a:ext cx="3135313" cy="4219575"/>
              </a:xfrm>
              <a:prstGeom prst="can">
                <a:avLst>
                  <a:gd name="adj" fmla="val 33646"/>
                </a:avLst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00"/>
              </a:p>
            </p:txBody>
          </p:sp>
        </p:grpSp>
        <p:pic>
          <p:nvPicPr>
            <p:cNvPr id="32" name="Picture 35" descr="body-outline_inverted">
              <a:extLst>
                <a:ext uri="{FF2B5EF4-FFF2-40B4-BE49-F238E27FC236}">
                  <a16:creationId xmlns:a16="http://schemas.microsoft.com/office/drawing/2014/main" id="{BB52C71A-1E82-5A97-B6EF-10A7E73457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44345" y="935776"/>
              <a:ext cx="2200275" cy="42052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D777A40-C0FC-DD89-8680-EEFD6B8FC55D}"/>
                </a:ext>
              </a:extLst>
            </p:cNvPr>
            <p:cNvGrpSpPr/>
            <p:nvPr/>
          </p:nvGrpSpPr>
          <p:grpSpPr>
            <a:xfrm>
              <a:off x="11820243" y="841418"/>
              <a:ext cx="4178300" cy="4219575"/>
              <a:chOff x="6373790" y="1527969"/>
              <a:chExt cx="4178300" cy="4219575"/>
            </a:xfrm>
          </p:grpSpPr>
          <p:sp>
            <p:nvSpPr>
              <p:cNvPr id="34" name="AutoShape 38">
                <a:extLst>
                  <a:ext uri="{FF2B5EF4-FFF2-40B4-BE49-F238E27FC236}">
                    <a16:creationId xmlns:a16="http://schemas.microsoft.com/office/drawing/2014/main" id="{ECDAF16B-A39C-F9C7-8884-53714AC34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6015" y="2956718"/>
                <a:ext cx="490537" cy="1624012"/>
              </a:xfrm>
              <a:prstGeom prst="upArrow">
                <a:avLst>
                  <a:gd name="adj1" fmla="val 50806"/>
                  <a:gd name="adj2" fmla="val 10162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00"/>
              </a:p>
            </p:txBody>
          </p:sp>
          <p:sp>
            <p:nvSpPr>
              <p:cNvPr id="35" name="Rectangle 39">
                <a:extLst>
                  <a:ext uri="{FF2B5EF4-FFF2-40B4-BE49-F238E27FC236}">
                    <a16:creationId xmlns:a16="http://schemas.microsoft.com/office/drawing/2014/main" id="{794DAB9E-0A34-A83A-179F-BC278629A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3790" y="2418554"/>
                <a:ext cx="1066427" cy="8851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200" i="1" dirty="0"/>
                  <a:t>B</a:t>
                </a:r>
                <a:r>
                  <a:rPr lang="en-US" sz="1200" baseline="-25000" dirty="0"/>
                  <a:t>0</a:t>
                </a:r>
              </a:p>
            </p:txBody>
          </p:sp>
          <p:sp>
            <p:nvSpPr>
              <p:cNvPr id="36" name="AutoShape 14">
                <a:extLst>
                  <a:ext uri="{FF2B5EF4-FFF2-40B4-BE49-F238E27FC236}">
                    <a16:creationId xmlns:a16="http://schemas.microsoft.com/office/drawing/2014/main" id="{4EC6FCF5-7A53-11BF-250D-B894E92E5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6777" y="1527969"/>
                <a:ext cx="3135313" cy="4219575"/>
              </a:xfrm>
              <a:prstGeom prst="can">
                <a:avLst>
                  <a:gd name="adj" fmla="val 33646"/>
                </a:avLst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00"/>
              </a:p>
            </p:txBody>
          </p:sp>
        </p:grpSp>
        <p:pic>
          <p:nvPicPr>
            <p:cNvPr id="37" name="Picture 35" descr="body-outline_inverted">
              <a:extLst>
                <a:ext uri="{FF2B5EF4-FFF2-40B4-BE49-F238E27FC236}">
                  <a16:creationId xmlns:a16="http://schemas.microsoft.com/office/drawing/2014/main" id="{6784030B-0D48-488A-0297-27C344EAEC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94034" y="935776"/>
              <a:ext cx="2200275" cy="42052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19CB2FB-B4DA-0642-C87C-17C4E0315DF2}"/>
                </a:ext>
              </a:extLst>
            </p:cNvPr>
            <p:cNvGrpSpPr/>
            <p:nvPr/>
          </p:nvGrpSpPr>
          <p:grpSpPr>
            <a:xfrm>
              <a:off x="17169932" y="841418"/>
              <a:ext cx="4178300" cy="4219575"/>
              <a:chOff x="6373790" y="1527969"/>
              <a:chExt cx="4178300" cy="4219575"/>
            </a:xfrm>
          </p:grpSpPr>
          <p:sp>
            <p:nvSpPr>
              <p:cNvPr id="39" name="AutoShape 38">
                <a:extLst>
                  <a:ext uri="{FF2B5EF4-FFF2-40B4-BE49-F238E27FC236}">
                    <a16:creationId xmlns:a16="http://schemas.microsoft.com/office/drawing/2014/main" id="{0A5043AC-F4BF-F300-125B-FDFA25EA17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6015" y="2956718"/>
                <a:ext cx="490537" cy="1624012"/>
              </a:xfrm>
              <a:prstGeom prst="upArrow">
                <a:avLst>
                  <a:gd name="adj1" fmla="val 50806"/>
                  <a:gd name="adj2" fmla="val 10162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0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A36A3F4-6F22-1BA7-80FB-6E82E5A55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3790" y="2418554"/>
                <a:ext cx="1066427" cy="8851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200" i="1" dirty="0"/>
                  <a:t>B</a:t>
                </a:r>
                <a:r>
                  <a:rPr lang="en-US" sz="1200" baseline="-25000" dirty="0"/>
                  <a:t>0</a:t>
                </a:r>
              </a:p>
            </p:txBody>
          </p:sp>
          <p:sp>
            <p:nvSpPr>
              <p:cNvPr id="41" name="AutoShape 14">
                <a:extLst>
                  <a:ext uri="{FF2B5EF4-FFF2-40B4-BE49-F238E27FC236}">
                    <a16:creationId xmlns:a16="http://schemas.microsoft.com/office/drawing/2014/main" id="{B9E633FC-6C61-DBFA-ADFF-E2743E0E3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6777" y="1527969"/>
                <a:ext cx="3135313" cy="4219575"/>
              </a:xfrm>
              <a:prstGeom prst="can">
                <a:avLst>
                  <a:gd name="adj" fmla="val 33646"/>
                </a:avLst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00"/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CFB5C61-17BB-AD02-6B7E-DE6F63A216AB}"/>
                </a:ext>
              </a:extLst>
            </p:cNvPr>
            <p:cNvSpPr/>
            <p:nvPr/>
          </p:nvSpPr>
          <p:spPr>
            <a:xfrm>
              <a:off x="18309081" y="2812873"/>
              <a:ext cx="526337" cy="289981"/>
            </a:xfrm>
            <a:custGeom>
              <a:avLst/>
              <a:gdLst>
                <a:gd name="connsiteX0" fmla="*/ 0 w 526337"/>
                <a:gd name="connsiteY0" fmla="*/ 169522 h 289981"/>
                <a:gd name="connsiteX1" fmla="*/ 53525 w 526337"/>
                <a:gd name="connsiteY1" fmla="*/ 17866 h 289981"/>
                <a:gd name="connsiteX2" fmla="*/ 138275 w 526337"/>
                <a:gd name="connsiteY2" fmla="*/ 289956 h 289981"/>
                <a:gd name="connsiteX3" fmla="*/ 236405 w 526337"/>
                <a:gd name="connsiteY3" fmla="*/ 24 h 289981"/>
                <a:gd name="connsiteX4" fmla="*/ 361299 w 526337"/>
                <a:gd name="connsiteY4" fmla="*/ 272114 h 289981"/>
                <a:gd name="connsiteX5" fmla="*/ 441588 w 526337"/>
                <a:gd name="connsiteY5" fmla="*/ 8945 h 289981"/>
                <a:gd name="connsiteX6" fmla="*/ 526337 w 526337"/>
                <a:gd name="connsiteY6" fmla="*/ 276574 h 289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337" h="289981">
                  <a:moveTo>
                    <a:pt x="0" y="169522"/>
                  </a:moveTo>
                  <a:cubicBezTo>
                    <a:pt x="15239" y="83658"/>
                    <a:pt x="30479" y="-2206"/>
                    <a:pt x="53525" y="17866"/>
                  </a:cubicBezTo>
                  <a:cubicBezTo>
                    <a:pt x="76571" y="37938"/>
                    <a:pt x="107795" y="292930"/>
                    <a:pt x="138275" y="289956"/>
                  </a:cubicBezTo>
                  <a:cubicBezTo>
                    <a:pt x="168755" y="286982"/>
                    <a:pt x="199235" y="2998"/>
                    <a:pt x="236405" y="24"/>
                  </a:cubicBezTo>
                  <a:cubicBezTo>
                    <a:pt x="273575" y="-2950"/>
                    <a:pt x="327102" y="270627"/>
                    <a:pt x="361299" y="272114"/>
                  </a:cubicBezTo>
                  <a:cubicBezTo>
                    <a:pt x="395496" y="273601"/>
                    <a:pt x="414082" y="8202"/>
                    <a:pt x="441588" y="8945"/>
                  </a:cubicBezTo>
                  <a:cubicBezTo>
                    <a:pt x="469094" y="9688"/>
                    <a:pt x="497715" y="143131"/>
                    <a:pt x="526337" y="276574"/>
                  </a:cubicBezTo>
                </a:path>
              </a:pathLst>
            </a:cu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 type="arrow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D9B0499-F9B2-65EE-7241-D3145D3D66D4}"/>
                </a:ext>
              </a:extLst>
            </p:cNvPr>
            <p:cNvSpPr/>
            <p:nvPr/>
          </p:nvSpPr>
          <p:spPr>
            <a:xfrm>
              <a:off x="20438273" y="3978486"/>
              <a:ext cx="615548" cy="373357"/>
            </a:xfrm>
            <a:custGeom>
              <a:avLst/>
              <a:gdLst>
                <a:gd name="connsiteX0" fmla="*/ 0 w 615548"/>
                <a:gd name="connsiteY0" fmla="*/ 226157 h 373357"/>
                <a:gd name="connsiteX1" fmla="*/ 160578 w 615548"/>
                <a:gd name="connsiteY1" fmla="*/ 3133 h 373357"/>
                <a:gd name="connsiteX2" fmla="*/ 312234 w 615548"/>
                <a:gd name="connsiteY2" fmla="*/ 373353 h 373357"/>
                <a:gd name="connsiteX3" fmla="*/ 499575 w 615548"/>
                <a:gd name="connsiteY3" fmla="*/ 12054 h 373357"/>
                <a:gd name="connsiteX4" fmla="*/ 615548 w 615548"/>
                <a:gd name="connsiteY4" fmla="*/ 252920 h 37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5548" h="373357">
                  <a:moveTo>
                    <a:pt x="0" y="226157"/>
                  </a:moveTo>
                  <a:cubicBezTo>
                    <a:pt x="54269" y="102378"/>
                    <a:pt x="108539" y="-21400"/>
                    <a:pt x="160578" y="3133"/>
                  </a:cubicBezTo>
                  <a:cubicBezTo>
                    <a:pt x="212617" y="27666"/>
                    <a:pt x="255735" y="371866"/>
                    <a:pt x="312234" y="373353"/>
                  </a:cubicBezTo>
                  <a:cubicBezTo>
                    <a:pt x="368733" y="374840"/>
                    <a:pt x="449023" y="32126"/>
                    <a:pt x="499575" y="12054"/>
                  </a:cubicBezTo>
                  <a:cubicBezTo>
                    <a:pt x="550127" y="-8018"/>
                    <a:pt x="582837" y="122451"/>
                    <a:pt x="615548" y="252920"/>
                  </a:cubicBezTo>
                </a:path>
              </a:pathLst>
            </a:cu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 type="arrow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5271AF8-109D-F79C-DCB3-9250AE97BBC2}"/>
                </a:ext>
              </a:extLst>
            </p:cNvPr>
            <p:cNvSpPr/>
            <p:nvPr/>
          </p:nvSpPr>
          <p:spPr>
            <a:xfrm>
              <a:off x="13008506" y="2558151"/>
              <a:ext cx="526337" cy="289981"/>
            </a:xfrm>
            <a:custGeom>
              <a:avLst/>
              <a:gdLst>
                <a:gd name="connsiteX0" fmla="*/ 0 w 526337"/>
                <a:gd name="connsiteY0" fmla="*/ 169522 h 289981"/>
                <a:gd name="connsiteX1" fmla="*/ 53525 w 526337"/>
                <a:gd name="connsiteY1" fmla="*/ 17866 h 289981"/>
                <a:gd name="connsiteX2" fmla="*/ 138275 w 526337"/>
                <a:gd name="connsiteY2" fmla="*/ 289956 h 289981"/>
                <a:gd name="connsiteX3" fmla="*/ 236405 w 526337"/>
                <a:gd name="connsiteY3" fmla="*/ 24 h 289981"/>
                <a:gd name="connsiteX4" fmla="*/ 361299 w 526337"/>
                <a:gd name="connsiteY4" fmla="*/ 272114 h 289981"/>
                <a:gd name="connsiteX5" fmla="*/ 441588 w 526337"/>
                <a:gd name="connsiteY5" fmla="*/ 8945 h 289981"/>
                <a:gd name="connsiteX6" fmla="*/ 526337 w 526337"/>
                <a:gd name="connsiteY6" fmla="*/ 276574 h 289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337" h="289981">
                  <a:moveTo>
                    <a:pt x="0" y="169522"/>
                  </a:moveTo>
                  <a:cubicBezTo>
                    <a:pt x="15239" y="83658"/>
                    <a:pt x="30479" y="-2206"/>
                    <a:pt x="53525" y="17866"/>
                  </a:cubicBezTo>
                  <a:cubicBezTo>
                    <a:pt x="76571" y="37938"/>
                    <a:pt x="107795" y="292930"/>
                    <a:pt x="138275" y="289956"/>
                  </a:cubicBezTo>
                  <a:cubicBezTo>
                    <a:pt x="168755" y="286982"/>
                    <a:pt x="199235" y="2998"/>
                    <a:pt x="236405" y="24"/>
                  </a:cubicBezTo>
                  <a:cubicBezTo>
                    <a:pt x="273575" y="-2950"/>
                    <a:pt x="327102" y="270627"/>
                    <a:pt x="361299" y="272114"/>
                  </a:cubicBezTo>
                  <a:cubicBezTo>
                    <a:pt x="395496" y="273601"/>
                    <a:pt x="414082" y="8202"/>
                    <a:pt x="441588" y="8945"/>
                  </a:cubicBezTo>
                  <a:cubicBezTo>
                    <a:pt x="469094" y="9688"/>
                    <a:pt x="497715" y="143131"/>
                    <a:pt x="526337" y="276574"/>
                  </a:cubicBezTo>
                </a:path>
              </a:pathLst>
            </a:custGeom>
            <a:noFill/>
            <a:ln w="28575">
              <a:solidFill>
                <a:srgbClr val="FFC000"/>
              </a:solidFill>
              <a:round/>
              <a:headEnd type="arrow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15DD2F7-06E0-ABF8-3B10-34FFCC059FA8}"/>
                </a:ext>
              </a:extLst>
            </p:cNvPr>
            <p:cNvSpPr/>
            <p:nvPr/>
          </p:nvSpPr>
          <p:spPr>
            <a:xfrm>
              <a:off x="15265699" y="1785395"/>
              <a:ext cx="526337" cy="289981"/>
            </a:xfrm>
            <a:custGeom>
              <a:avLst/>
              <a:gdLst>
                <a:gd name="connsiteX0" fmla="*/ 0 w 526337"/>
                <a:gd name="connsiteY0" fmla="*/ 169522 h 289981"/>
                <a:gd name="connsiteX1" fmla="*/ 53525 w 526337"/>
                <a:gd name="connsiteY1" fmla="*/ 17866 h 289981"/>
                <a:gd name="connsiteX2" fmla="*/ 138275 w 526337"/>
                <a:gd name="connsiteY2" fmla="*/ 289956 h 289981"/>
                <a:gd name="connsiteX3" fmla="*/ 236405 w 526337"/>
                <a:gd name="connsiteY3" fmla="*/ 24 h 289981"/>
                <a:gd name="connsiteX4" fmla="*/ 361299 w 526337"/>
                <a:gd name="connsiteY4" fmla="*/ 272114 h 289981"/>
                <a:gd name="connsiteX5" fmla="*/ 441588 w 526337"/>
                <a:gd name="connsiteY5" fmla="*/ 8945 h 289981"/>
                <a:gd name="connsiteX6" fmla="*/ 526337 w 526337"/>
                <a:gd name="connsiteY6" fmla="*/ 276574 h 289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337" h="289981">
                  <a:moveTo>
                    <a:pt x="0" y="169522"/>
                  </a:moveTo>
                  <a:cubicBezTo>
                    <a:pt x="15239" y="83658"/>
                    <a:pt x="30479" y="-2206"/>
                    <a:pt x="53525" y="17866"/>
                  </a:cubicBezTo>
                  <a:cubicBezTo>
                    <a:pt x="76571" y="37938"/>
                    <a:pt x="107795" y="292930"/>
                    <a:pt x="138275" y="289956"/>
                  </a:cubicBezTo>
                  <a:cubicBezTo>
                    <a:pt x="168755" y="286982"/>
                    <a:pt x="199235" y="2998"/>
                    <a:pt x="236405" y="24"/>
                  </a:cubicBezTo>
                  <a:cubicBezTo>
                    <a:pt x="273575" y="-2950"/>
                    <a:pt x="327102" y="270627"/>
                    <a:pt x="361299" y="272114"/>
                  </a:cubicBezTo>
                  <a:cubicBezTo>
                    <a:pt x="395496" y="273601"/>
                    <a:pt x="414082" y="8202"/>
                    <a:pt x="441588" y="8945"/>
                  </a:cubicBezTo>
                  <a:cubicBezTo>
                    <a:pt x="469094" y="9688"/>
                    <a:pt x="497715" y="143131"/>
                    <a:pt x="526337" y="276574"/>
                  </a:cubicBezTo>
                </a:path>
              </a:pathLst>
            </a:custGeom>
            <a:noFill/>
            <a:ln w="28575">
              <a:solidFill>
                <a:srgbClr val="FFC000"/>
              </a:solidFill>
              <a:round/>
              <a:headEnd type="none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94144E7-138E-7817-A065-8480E9D8D9BE}"/>
                </a:ext>
              </a:extLst>
            </p:cNvPr>
            <p:cNvSpPr/>
            <p:nvPr/>
          </p:nvSpPr>
          <p:spPr>
            <a:xfrm>
              <a:off x="15154930" y="3765562"/>
              <a:ext cx="526337" cy="289981"/>
            </a:xfrm>
            <a:custGeom>
              <a:avLst/>
              <a:gdLst>
                <a:gd name="connsiteX0" fmla="*/ 0 w 526337"/>
                <a:gd name="connsiteY0" fmla="*/ 169522 h 289981"/>
                <a:gd name="connsiteX1" fmla="*/ 53525 w 526337"/>
                <a:gd name="connsiteY1" fmla="*/ 17866 h 289981"/>
                <a:gd name="connsiteX2" fmla="*/ 138275 w 526337"/>
                <a:gd name="connsiteY2" fmla="*/ 289956 h 289981"/>
                <a:gd name="connsiteX3" fmla="*/ 236405 w 526337"/>
                <a:gd name="connsiteY3" fmla="*/ 24 h 289981"/>
                <a:gd name="connsiteX4" fmla="*/ 361299 w 526337"/>
                <a:gd name="connsiteY4" fmla="*/ 272114 h 289981"/>
                <a:gd name="connsiteX5" fmla="*/ 441588 w 526337"/>
                <a:gd name="connsiteY5" fmla="*/ 8945 h 289981"/>
                <a:gd name="connsiteX6" fmla="*/ 526337 w 526337"/>
                <a:gd name="connsiteY6" fmla="*/ 276574 h 289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337" h="289981">
                  <a:moveTo>
                    <a:pt x="0" y="169522"/>
                  </a:moveTo>
                  <a:cubicBezTo>
                    <a:pt x="15239" y="83658"/>
                    <a:pt x="30479" y="-2206"/>
                    <a:pt x="53525" y="17866"/>
                  </a:cubicBezTo>
                  <a:cubicBezTo>
                    <a:pt x="76571" y="37938"/>
                    <a:pt x="107795" y="292930"/>
                    <a:pt x="138275" y="289956"/>
                  </a:cubicBezTo>
                  <a:cubicBezTo>
                    <a:pt x="168755" y="286982"/>
                    <a:pt x="199235" y="2998"/>
                    <a:pt x="236405" y="24"/>
                  </a:cubicBezTo>
                  <a:cubicBezTo>
                    <a:pt x="273575" y="-2950"/>
                    <a:pt x="327102" y="270627"/>
                    <a:pt x="361299" y="272114"/>
                  </a:cubicBezTo>
                  <a:cubicBezTo>
                    <a:pt x="395496" y="273601"/>
                    <a:pt x="414082" y="8202"/>
                    <a:pt x="441588" y="8945"/>
                  </a:cubicBezTo>
                  <a:cubicBezTo>
                    <a:pt x="469094" y="9688"/>
                    <a:pt x="497715" y="143131"/>
                    <a:pt x="526337" y="276574"/>
                  </a:cubicBezTo>
                </a:path>
              </a:pathLst>
            </a:custGeom>
            <a:noFill/>
            <a:ln w="28575">
              <a:solidFill>
                <a:srgbClr val="FFC000"/>
              </a:solidFill>
              <a:round/>
              <a:headEnd type="none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00F236D-B56F-F642-55D2-6CCD3352A7A2}"/>
                </a:ext>
              </a:extLst>
            </p:cNvPr>
            <p:cNvSpPr/>
            <p:nvPr/>
          </p:nvSpPr>
          <p:spPr>
            <a:xfrm>
              <a:off x="10053289" y="2681567"/>
              <a:ext cx="526337" cy="289981"/>
            </a:xfrm>
            <a:custGeom>
              <a:avLst/>
              <a:gdLst>
                <a:gd name="connsiteX0" fmla="*/ 0 w 526337"/>
                <a:gd name="connsiteY0" fmla="*/ 169522 h 289981"/>
                <a:gd name="connsiteX1" fmla="*/ 53525 w 526337"/>
                <a:gd name="connsiteY1" fmla="*/ 17866 h 289981"/>
                <a:gd name="connsiteX2" fmla="*/ 138275 w 526337"/>
                <a:gd name="connsiteY2" fmla="*/ 289956 h 289981"/>
                <a:gd name="connsiteX3" fmla="*/ 236405 w 526337"/>
                <a:gd name="connsiteY3" fmla="*/ 24 h 289981"/>
                <a:gd name="connsiteX4" fmla="*/ 361299 w 526337"/>
                <a:gd name="connsiteY4" fmla="*/ 272114 h 289981"/>
                <a:gd name="connsiteX5" fmla="*/ 441588 w 526337"/>
                <a:gd name="connsiteY5" fmla="*/ 8945 h 289981"/>
                <a:gd name="connsiteX6" fmla="*/ 526337 w 526337"/>
                <a:gd name="connsiteY6" fmla="*/ 276574 h 289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337" h="289981">
                  <a:moveTo>
                    <a:pt x="0" y="169522"/>
                  </a:moveTo>
                  <a:cubicBezTo>
                    <a:pt x="15239" y="83658"/>
                    <a:pt x="30479" y="-2206"/>
                    <a:pt x="53525" y="17866"/>
                  </a:cubicBezTo>
                  <a:cubicBezTo>
                    <a:pt x="76571" y="37938"/>
                    <a:pt x="107795" y="292930"/>
                    <a:pt x="138275" y="289956"/>
                  </a:cubicBezTo>
                  <a:cubicBezTo>
                    <a:pt x="168755" y="286982"/>
                    <a:pt x="199235" y="2998"/>
                    <a:pt x="236405" y="24"/>
                  </a:cubicBezTo>
                  <a:cubicBezTo>
                    <a:pt x="273575" y="-2950"/>
                    <a:pt x="327102" y="270627"/>
                    <a:pt x="361299" y="272114"/>
                  </a:cubicBezTo>
                  <a:cubicBezTo>
                    <a:pt x="395496" y="273601"/>
                    <a:pt x="414082" y="8202"/>
                    <a:pt x="441588" y="8945"/>
                  </a:cubicBezTo>
                  <a:cubicBezTo>
                    <a:pt x="469094" y="9688"/>
                    <a:pt x="497715" y="143131"/>
                    <a:pt x="526337" y="276574"/>
                  </a:cubicBezTo>
                </a:path>
              </a:pathLst>
            </a:custGeom>
            <a:noFill/>
            <a:ln w="28575">
              <a:solidFill>
                <a:srgbClr val="00B050"/>
              </a:solidFill>
              <a:round/>
              <a:headEnd type="arrow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A4AB350-36D3-6DF6-F0A6-3275FCF72B52}"/>
                </a:ext>
              </a:extLst>
            </p:cNvPr>
            <p:cNvSpPr/>
            <p:nvPr/>
          </p:nvSpPr>
          <p:spPr>
            <a:xfrm>
              <a:off x="7727174" y="1922206"/>
              <a:ext cx="526337" cy="289981"/>
            </a:xfrm>
            <a:custGeom>
              <a:avLst/>
              <a:gdLst>
                <a:gd name="connsiteX0" fmla="*/ 0 w 526337"/>
                <a:gd name="connsiteY0" fmla="*/ 169522 h 289981"/>
                <a:gd name="connsiteX1" fmla="*/ 53525 w 526337"/>
                <a:gd name="connsiteY1" fmla="*/ 17866 h 289981"/>
                <a:gd name="connsiteX2" fmla="*/ 138275 w 526337"/>
                <a:gd name="connsiteY2" fmla="*/ 289956 h 289981"/>
                <a:gd name="connsiteX3" fmla="*/ 236405 w 526337"/>
                <a:gd name="connsiteY3" fmla="*/ 24 h 289981"/>
                <a:gd name="connsiteX4" fmla="*/ 361299 w 526337"/>
                <a:gd name="connsiteY4" fmla="*/ 272114 h 289981"/>
                <a:gd name="connsiteX5" fmla="*/ 441588 w 526337"/>
                <a:gd name="connsiteY5" fmla="*/ 8945 h 289981"/>
                <a:gd name="connsiteX6" fmla="*/ 526337 w 526337"/>
                <a:gd name="connsiteY6" fmla="*/ 276574 h 289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337" h="289981">
                  <a:moveTo>
                    <a:pt x="0" y="169522"/>
                  </a:moveTo>
                  <a:cubicBezTo>
                    <a:pt x="15239" y="83658"/>
                    <a:pt x="30479" y="-2206"/>
                    <a:pt x="53525" y="17866"/>
                  </a:cubicBezTo>
                  <a:cubicBezTo>
                    <a:pt x="76571" y="37938"/>
                    <a:pt x="107795" y="292930"/>
                    <a:pt x="138275" y="289956"/>
                  </a:cubicBezTo>
                  <a:cubicBezTo>
                    <a:pt x="168755" y="286982"/>
                    <a:pt x="199235" y="2998"/>
                    <a:pt x="236405" y="24"/>
                  </a:cubicBezTo>
                  <a:cubicBezTo>
                    <a:pt x="273575" y="-2950"/>
                    <a:pt x="327102" y="270627"/>
                    <a:pt x="361299" y="272114"/>
                  </a:cubicBezTo>
                  <a:cubicBezTo>
                    <a:pt x="395496" y="273601"/>
                    <a:pt x="414082" y="8202"/>
                    <a:pt x="441588" y="8945"/>
                  </a:cubicBezTo>
                  <a:cubicBezTo>
                    <a:pt x="469094" y="9688"/>
                    <a:pt x="497715" y="143131"/>
                    <a:pt x="526337" y="276574"/>
                  </a:cubicBezTo>
                </a:path>
              </a:pathLst>
            </a:custGeom>
            <a:noFill/>
            <a:ln w="28575">
              <a:solidFill>
                <a:srgbClr val="00B050"/>
              </a:solidFill>
              <a:round/>
              <a:headEnd type="none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B2A1124-1EE5-6BA8-B5EA-EC6E453D596B}"/>
                </a:ext>
              </a:extLst>
            </p:cNvPr>
            <p:cNvSpPr/>
            <p:nvPr/>
          </p:nvSpPr>
          <p:spPr>
            <a:xfrm>
              <a:off x="7686456" y="3815834"/>
              <a:ext cx="526337" cy="289981"/>
            </a:xfrm>
            <a:custGeom>
              <a:avLst/>
              <a:gdLst>
                <a:gd name="connsiteX0" fmla="*/ 0 w 526337"/>
                <a:gd name="connsiteY0" fmla="*/ 169522 h 289981"/>
                <a:gd name="connsiteX1" fmla="*/ 53525 w 526337"/>
                <a:gd name="connsiteY1" fmla="*/ 17866 h 289981"/>
                <a:gd name="connsiteX2" fmla="*/ 138275 w 526337"/>
                <a:gd name="connsiteY2" fmla="*/ 289956 h 289981"/>
                <a:gd name="connsiteX3" fmla="*/ 236405 w 526337"/>
                <a:gd name="connsiteY3" fmla="*/ 24 h 289981"/>
                <a:gd name="connsiteX4" fmla="*/ 361299 w 526337"/>
                <a:gd name="connsiteY4" fmla="*/ 272114 h 289981"/>
                <a:gd name="connsiteX5" fmla="*/ 441588 w 526337"/>
                <a:gd name="connsiteY5" fmla="*/ 8945 h 289981"/>
                <a:gd name="connsiteX6" fmla="*/ 526337 w 526337"/>
                <a:gd name="connsiteY6" fmla="*/ 276574 h 289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337" h="289981">
                  <a:moveTo>
                    <a:pt x="0" y="169522"/>
                  </a:moveTo>
                  <a:cubicBezTo>
                    <a:pt x="15239" y="83658"/>
                    <a:pt x="30479" y="-2206"/>
                    <a:pt x="53525" y="17866"/>
                  </a:cubicBezTo>
                  <a:cubicBezTo>
                    <a:pt x="76571" y="37938"/>
                    <a:pt x="107795" y="292930"/>
                    <a:pt x="138275" y="289956"/>
                  </a:cubicBezTo>
                  <a:cubicBezTo>
                    <a:pt x="168755" y="286982"/>
                    <a:pt x="199235" y="2998"/>
                    <a:pt x="236405" y="24"/>
                  </a:cubicBezTo>
                  <a:cubicBezTo>
                    <a:pt x="273575" y="-2950"/>
                    <a:pt x="327102" y="270627"/>
                    <a:pt x="361299" y="272114"/>
                  </a:cubicBezTo>
                  <a:cubicBezTo>
                    <a:pt x="395496" y="273601"/>
                    <a:pt x="414082" y="8202"/>
                    <a:pt x="441588" y="8945"/>
                  </a:cubicBezTo>
                  <a:cubicBezTo>
                    <a:pt x="469094" y="9688"/>
                    <a:pt x="497715" y="143131"/>
                    <a:pt x="526337" y="276574"/>
                  </a:cubicBezTo>
                </a:path>
              </a:pathLst>
            </a:custGeom>
            <a:noFill/>
            <a:ln w="28575">
              <a:solidFill>
                <a:srgbClr val="00B050"/>
              </a:solidFill>
              <a:round/>
              <a:headEnd type="none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EBBBA80-EBF3-4D5A-679C-EB0850870086}"/>
                </a:ext>
              </a:extLst>
            </p:cNvPr>
            <p:cNvGrpSpPr/>
            <p:nvPr/>
          </p:nvGrpSpPr>
          <p:grpSpPr>
            <a:xfrm>
              <a:off x="8288011" y="1200887"/>
              <a:ext cx="1584326" cy="3422650"/>
              <a:chOff x="14489445" y="5818053"/>
              <a:chExt cx="1584326" cy="3422650"/>
            </a:xfrm>
          </p:grpSpPr>
          <p:pic>
            <p:nvPicPr>
              <p:cNvPr id="51" name="Picture 36" descr="spin">
                <a:extLst>
                  <a:ext uri="{FF2B5EF4-FFF2-40B4-BE49-F238E27FC236}">
                    <a16:creationId xmlns:a16="http://schemas.microsoft.com/office/drawing/2014/main" id="{CA72FE37-C9B2-9406-260E-3666302E07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018083" y="63546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2" name="Picture 51" descr="spin">
                <a:extLst>
                  <a:ext uri="{FF2B5EF4-FFF2-40B4-BE49-F238E27FC236}">
                    <a16:creationId xmlns:a16="http://schemas.microsoft.com/office/drawing/2014/main" id="{BEB2940D-EF69-913D-8D2B-669873716F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075233" y="71039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3" name="Picture 52" descr="spin">
                <a:extLst>
                  <a:ext uri="{FF2B5EF4-FFF2-40B4-BE49-F238E27FC236}">
                    <a16:creationId xmlns:a16="http://schemas.microsoft.com/office/drawing/2014/main" id="{6B8F4509-1B87-2C7C-4073-3634B9B08B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268908" y="6667366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4" name="Picture 53" descr="spin">
                <a:extLst>
                  <a:ext uri="{FF2B5EF4-FFF2-40B4-BE49-F238E27FC236}">
                    <a16:creationId xmlns:a16="http://schemas.microsoft.com/office/drawing/2014/main" id="{461AD17F-3996-DD88-22D7-7770FB1FB7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368920" y="724045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5" name="Picture 54" descr="spin">
                <a:extLst>
                  <a:ext uri="{FF2B5EF4-FFF2-40B4-BE49-F238E27FC236}">
                    <a16:creationId xmlns:a16="http://schemas.microsoft.com/office/drawing/2014/main" id="{EC4013C7-51A4-2322-1B20-99A4BAD728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202233" y="58180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6" name="Picture 55" descr="spin">
                <a:extLst>
                  <a:ext uri="{FF2B5EF4-FFF2-40B4-BE49-F238E27FC236}">
                    <a16:creationId xmlns:a16="http://schemas.microsoft.com/office/drawing/2014/main" id="{E883169C-A239-3060-B9A2-31A2C9466C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410195" y="790402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7" name="Picture 56" descr="spin">
                <a:extLst>
                  <a:ext uri="{FF2B5EF4-FFF2-40B4-BE49-F238E27FC236}">
                    <a16:creationId xmlns:a16="http://schemas.microsoft.com/office/drawing/2014/main" id="{ECC60B7A-F447-C805-954B-DCB08DB8BF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4714870" y="6854691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8" name="Picture 57" descr="spin">
                <a:extLst>
                  <a:ext uri="{FF2B5EF4-FFF2-40B4-BE49-F238E27FC236}">
                    <a16:creationId xmlns:a16="http://schemas.microsoft.com/office/drawing/2014/main" id="{7DB7BF10-13AC-6572-9404-8D2C1BF661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933945" y="781830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9" name="Picture 58" descr="spin">
                <a:extLst>
                  <a:ext uri="{FF2B5EF4-FFF2-40B4-BE49-F238E27FC236}">
                    <a16:creationId xmlns:a16="http://schemas.microsoft.com/office/drawing/2014/main" id="{63FF9154-C9EA-193E-7028-AA247E3101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691183" y="684357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0" name="Picture 59" descr="spin">
                <a:extLst>
                  <a:ext uri="{FF2B5EF4-FFF2-40B4-BE49-F238E27FC236}">
                    <a16:creationId xmlns:a16="http://schemas.microsoft.com/office/drawing/2014/main" id="{2172F0FB-79CA-B18D-709D-70E625D5D5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824408" y="8562841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" name="Picture 60" descr="spin">
                <a:extLst>
                  <a:ext uri="{FF2B5EF4-FFF2-40B4-BE49-F238E27FC236}">
                    <a16:creationId xmlns:a16="http://schemas.microsoft.com/office/drawing/2014/main" id="{2B72C96A-CAB4-0861-1FA2-0C68F800B3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410195" y="875810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2" name="Picture 61" descr="spin">
                <a:extLst>
                  <a:ext uri="{FF2B5EF4-FFF2-40B4-BE49-F238E27FC236}">
                    <a16:creationId xmlns:a16="http://schemas.microsoft.com/office/drawing/2014/main" id="{80923D27-0CB6-7072-709C-D8B95C1CD1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440358" y="6362566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3" name="Picture 62" descr="spin">
                <a:extLst>
                  <a:ext uri="{FF2B5EF4-FFF2-40B4-BE49-F238E27FC236}">
                    <a16:creationId xmlns:a16="http://schemas.microsoft.com/office/drawing/2014/main" id="{7BCBFC60-E2FE-6F24-A758-8FF637ADE8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891208" y="736110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4" name="Picture 63" descr="spin">
                <a:extLst>
                  <a:ext uri="{FF2B5EF4-FFF2-40B4-BE49-F238E27FC236}">
                    <a16:creationId xmlns:a16="http://schemas.microsoft.com/office/drawing/2014/main" id="{22A299CE-B51C-638B-9824-15657B4CF6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489445" y="7470641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E83D429C-A7AD-D964-75EB-93825A7603F9}"/>
                </a:ext>
              </a:extLst>
            </p:cNvPr>
            <p:cNvGrpSpPr/>
            <p:nvPr/>
          </p:nvGrpSpPr>
          <p:grpSpPr>
            <a:xfrm>
              <a:off x="8294951" y="1184219"/>
              <a:ext cx="1584326" cy="3422650"/>
              <a:chOff x="12554292" y="5804740"/>
              <a:chExt cx="1584326" cy="3422650"/>
            </a:xfrm>
          </p:grpSpPr>
          <p:pic>
            <p:nvPicPr>
              <p:cNvPr id="66" name="Picture 36" descr="spin">
                <a:extLst>
                  <a:ext uri="{FF2B5EF4-FFF2-40B4-BE49-F238E27FC236}">
                    <a16:creationId xmlns:a16="http://schemas.microsoft.com/office/drawing/2014/main" id="{EF4F1562-1281-B3FE-D098-BD31F50AD0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3082930" y="634131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7" name="Picture 49" descr="spin">
                <a:extLst>
                  <a:ext uri="{FF2B5EF4-FFF2-40B4-BE49-F238E27FC236}">
                    <a16:creationId xmlns:a16="http://schemas.microsoft.com/office/drawing/2014/main" id="{30AF03CF-3AE1-13AB-7FF6-7D3EEDB579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140080" y="709061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8" name="Picture 50" descr="spin">
                <a:extLst>
                  <a:ext uri="{FF2B5EF4-FFF2-40B4-BE49-F238E27FC236}">
                    <a16:creationId xmlns:a16="http://schemas.microsoft.com/office/drawing/2014/main" id="{5FB29B73-EBB3-4F39-6372-37204CD5B6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333755" y="66540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9" name="Picture 51" descr="spin">
                <a:extLst>
                  <a:ext uri="{FF2B5EF4-FFF2-40B4-BE49-F238E27FC236}">
                    <a16:creationId xmlns:a16="http://schemas.microsoft.com/office/drawing/2014/main" id="{41690867-28A8-28CC-A729-47E4C8AEE5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3433767" y="722714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0" name="Picture 52" descr="spin">
                <a:extLst>
                  <a:ext uri="{FF2B5EF4-FFF2-40B4-BE49-F238E27FC236}">
                    <a16:creationId xmlns:a16="http://schemas.microsoft.com/office/drawing/2014/main" id="{E1D18657-3988-3A31-8F03-A251BBF375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267080" y="580474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" name="Picture 53" descr="spin">
                <a:extLst>
                  <a:ext uri="{FF2B5EF4-FFF2-40B4-BE49-F238E27FC236}">
                    <a16:creationId xmlns:a16="http://schemas.microsoft.com/office/drawing/2014/main" id="{2657AA40-A6C1-AB42-3E25-58984904FE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475042" y="7890715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" name="Picture 54" descr="spin">
                <a:extLst>
                  <a:ext uri="{FF2B5EF4-FFF2-40B4-BE49-F238E27FC236}">
                    <a16:creationId xmlns:a16="http://schemas.microsoft.com/office/drawing/2014/main" id="{7136EBF7-395E-BE21-6D93-169DB11E4D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2779717" y="684137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3" name="Picture 55" descr="spin">
                <a:extLst>
                  <a:ext uri="{FF2B5EF4-FFF2-40B4-BE49-F238E27FC236}">
                    <a16:creationId xmlns:a16="http://schemas.microsoft.com/office/drawing/2014/main" id="{A6C50BA3-6C55-31E2-DB09-A6A85F32AF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2998792" y="780499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4" name="Picture 56" descr="spin">
                <a:extLst>
                  <a:ext uri="{FF2B5EF4-FFF2-40B4-BE49-F238E27FC236}">
                    <a16:creationId xmlns:a16="http://schemas.microsoft.com/office/drawing/2014/main" id="{BAF89C72-CA15-60B4-2133-52540F4D7D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756030" y="683026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57" descr="spin">
                <a:extLst>
                  <a:ext uri="{FF2B5EF4-FFF2-40B4-BE49-F238E27FC236}">
                    <a16:creationId xmlns:a16="http://schemas.microsoft.com/office/drawing/2014/main" id="{3E643FB8-FFB8-511C-93F4-BEB28796DE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2889255" y="85495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58" descr="spin">
                <a:extLst>
                  <a:ext uri="{FF2B5EF4-FFF2-40B4-BE49-F238E27FC236}">
                    <a16:creationId xmlns:a16="http://schemas.microsoft.com/office/drawing/2014/main" id="{4F2986AB-26C1-603B-9509-8D3EE037AE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3475042" y="874479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59" descr="spin">
                <a:extLst>
                  <a:ext uri="{FF2B5EF4-FFF2-40B4-BE49-F238E27FC236}">
                    <a16:creationId xmlns:a16="http://schemas.microsoft.com/office/drawing/2014/main" id="{F9F908B3-BC97-ECA2-B393-61FBAB7FFA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505205" y="63492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8" name="Picture 60" descr="spin">
                <a:extLst>
                  <a:ext uri="{FF2B5EF4-FFF2-40B4-BE49-F238E27FC236}">
                    <a16:creationId xmlns:a16="http://schemas.microsoft.com/office/drawing/2014/main" id="{7D2F835B-7C30-93B0-5451-977D0AC3CC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956055" y="734779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9" name="Picture 61" descr="spin">
                <a:extLst>
                  <a:ext uri="{FF2B5EF4-FFF2-40B4-BE49-F238E27FC236}">
                    <a16:creationId xmlns:a16="http://schemas.microsoft.com/office/drawing/2014/main" id="{D68D6C46-15D9-8317-808E-26EBA355CE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2554292" y="745732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E94B551-D5BC-7F15-1383-264E305DBD86}"/>
                </a:ext>
              </a:extLst>
            </p:cNvPr>
            <p:cNvGrpSpPr/>
            <p:nvPr/>
          </p:nvGrpSpPr>
          <p:grpSpPr>
            <a:xfrm>
              <a:off x="13631137" y="1186657"/>
              <a:ext cx="1584326" cy="3422650"/>
              <a:chOff x="12554292" y="5804740"/>
              <a:chExt cx="1584326" cy="3422650"/>
            </a:xfrm>
          </p:grpSpPr>
          <p:pic>
            <p:nvPicPr>
              <p:cNvPr id="81" name="Picture 36" descr="spin">
                <a:extLst>
                  <a:ext uri="{FF2B5EF4-FFF2-40B4-BE49-F238E27FC236}">
                    <a16:creationId xmlns:a16="http://schemas.microsoft.com/office/drawing/2014/main" id="{2B5FB8E4-8257-C436-D53E-34076FE1D8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3082930" y="634131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2" name="Picture 49" descr="spin">
                <a:extLst>
                  <a:ext uri="{FF2B5EF4-FFF2-40B4-BE49-F238E27FC236}">
                    <a16:creationId xmlns:a16="http://schemas.microsoft.com/office/drawing/2014/main" id="{DC30B68F-1E28-F87E-08A2-965BD1FC15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140080" y="709061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3" name="Picture 50" descr="spin">
                <a:extLst>
                  <a:ext uri="{FF2B5EF4-FFF2-40B4-BE49-F238E27FC236}">
                    <a16:creationId xmlns:a16="http://schemas.microsoft.com/office/drawing/2014/main" id="{82582E8E-279A-5F09-A665-9A4B46B74D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333755" y="66540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4" name="Picture 51" descr="spin">
                <a:extLst>
                  <a:ext uri="{FF2B5EF4-FFF2-40B4-BE49-F238E27FC236}">
                    <a16:creationId xmlns:a16="http://schemas.microsoft.com/office/drawing/2014/main" id="{00D98885-A8F8-0AFA-B1C9-7F2A5D32A6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3433767" y="722714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5" name="Picture 52" descr="spin">
                <a:extLst>
                  <a:ext uri="{FF2B5EF4-FFF2-40B4-BE49-F238E27FC236}">
                    <a16:creationId xmlns:a16="http://schemas.microsoft.com/office/drawing/2014/main" id="{173E8B01-9567-2753-FC6D-3B69DC2D32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267080" y="580474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6" name="Picture 53" descr="spin">
                <a:extLst>
                  <a:ext uri="{FF2B5EF4-FFF2-40B4-BE49-F238E27FC236}">
                    <a16:creationId xmlns:a16="http://schemas.microsoft.com/office/drawing/2014/main" id="{4A85DA9F-1626-4F4C-B135-06E18C130E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475042" y="7890715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7" name="Picture 54" descr="spin">
                <a:extLst>
                  <a:ext uri="{FF2B5EF4-FFF2-40B4-BE49-F238E27FC236}">
                    <a16:creationId xmlns:a16="http://schemas.microsoft.com/office/drawing/2014/main" id="{80036600-5F07-1B8F-1E6F-FF8D001FE5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2779717" y="684137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8" name="Picture 55" descr="spin">
                <a:extLst>
                  <a:ext uri="{FF2B5EF4-FFF2-40B4-BE49-F238E27FC236}">
                    <a16:creationId xmlns:a16="http://schemas.microsoft.com/office/drawing/2014/main" id="{BE3630E6-9B44-6B97-79DF-4C1A2AD33F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2998792" y="780499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9" name="Picture 56" descr="spin">
                <a:extLst>
                  <a:ext uri="{FF2B5EF4-FFF2-40B4-BE49-F238E27FC236}">
                    <a16:creationId xmlns:a16="http://schemas.microsoft.com/office/drawing/2014/main" id="{7CD1D12A-3727-0EED-8027-28FA22DC48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756030" y="683026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0" name="Picture 57" descr="spin">
                <a:extLst>
                  <a:ext uri="{FF2B5EF4-FFF2-40B4-BE49-F238E27FC236}">
                    <a16:creationId xmlns:a16="http://schemas.microsoft.com/office/drawing/2014/main" id="{4E2D973E-94CE-5824-4F92-0CDA16BC4D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2889255" y="85495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1" name="Picture 58" descr="spin">
                <a:extLst>
                  <a:ext uri="{FF2B5EF4-FFF2-40B4-BE49-F238E27FC236}">
                    <a16:creationId xmlns:a16="http://schemas.microsoft.com/office/drawing/2014/main" id="{BED43995-1C15-86B6-EDBD-629DC8E81A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3475042" y="874479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2" name="Picture 59" descr="spin">
                <a:extLst>
                  <a:ext uri="{FF2B5EF4-FFF2-40B4-BE49-F238E27FC236}">
                    <a16:creationId xmlns:a16="http://schemas.microsoft.com/office/drawing/2014/main" id="{41A0C676-48B8-8534-5B8E-BD4CFD1B45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505205" y="63492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3" name="Picture 60" descr="spin">
                <a:extLst>
                  <a:ext uri="{FF2B5EF4-FFF2-40B4-BE49-F238E27FC236}">
                    <a16:creationId xmlns:a16="http://schemas.microsoft.com/office/drawing/2014/main" id="{0EA289A2-92E0-4AA3-04A8-11904CE4D3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956055" y="734779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4" name="Picture 61" descr="spin">
                <a:extLst>
                  <a:ext uri="{FF2B5EF4-FFF2-40B4-BE49-F238E27FC236}">
                    <a16:creationId xmlns:a16="http://schemas.microsoft.com/office/drawing/2014/main" id="{946A249B-9CE2-8D56-5065-2A482F4D76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2554292" y="745732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86B4133A-8280-A89A-FC1E-0A1A3EC767B9}"/>
                </a:ext>
              </a:extLst>
            </p:cNvPr>
            <p:cNvGrpSpPr/>
            <p:nvPr/>
          </p:nvGrpSpPr>
          <p:grpSpPr>
            <a:xfrm>
              <a:off x="13631137" y="1180240"/>
              <a:ext cx="1584326" cy="3422650"/>
              <a:chOff x="14489445" y="5818053"/>
              <a:chExt cx="1584326" cy="3422650"/>
            </a:xfrm>
          </p:grpSpPr>
          <p:pic>
            <p:nvPicPr>
              <p:cNvPr id="96" name="Picture 36" descr="spin">
                <a:extLst>
                  <a:ext uri="{FF2B5EF4-FFF2-40B4-BE49-F238E27FC236}">
                    <a16:creationId xmlns:a16="http://schemas.microsoft.com/office/drawing/2014/main" id="{7718D233-1760-0E85-ED4C-AEDFA515E1F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018083" y="63546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7" name="Picture 49" descr="spin">
                <a:extLst>
                  <a:ext uri="{FF2B5EF4-FFF2-40B4-BE49-F238E27FC236}">
                    <a16:creationId xmlns:a16="http://schemas.microsoft.com/office/drawing/2014/main" id="{3A4E1399-2C82-CAB9-AC8A-E9D0B1B0D5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075233" y="71039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8" name="Picture 50" descr="spin">
                <a:extLst>
                  <a:ext uri="{FF2B5EF4-FFF2-40B4-BE49-F238E27FC236}">
                    <a16:creationId xmlns:a16="http://schemas.microsoft.com/office/drawing/2014/main" id="{B5651CC4-3454-532E-9712-EB3A4A4E1F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268908" y="6667366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9" name="Picture 51" descr="spin">
                <a:extLst>
                  <a:ext uri="{FF2B5EF4-FFF2-40B4-BE49-F238E27FC236}">
                    <a16:creationId xmlns:a16="http://schemas.microsoft.com/office/drawing/2014/main" id="{3DF1CA32-056F-938D-6B7A-AAAA30C7179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368920" y="724045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0" name="Picture 52" descr="spin">
                <a:extLst>
                  <a:ext uri="{FF2B5EF4-FFF2-40B4-BE49-F238E27FC236}">
                    <a16:creationId xmlns:a16="http://schemas.microsoft.com/office/drawing/2014/main" id="{23BF7916-C5C7-C587-BC44-3149308412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202233" y="58180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1" name="Picture 53" descr="spin">
                <a:extLst>
                  <a:ext uri="{FF2B5EF4-FFF2-40B4-BE49-F238E27FC236}">
                    <a16:creationId xmlns:a16="http://schemas.microsoft.com/office/drawing/2014/main" id="{A5281840-5894-1BC3-6B99-786D05456C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410195" y="790402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" name="Picture 54" descr="spin">
                <a:extLst>
                  <a:ext uri="{FF2B5EF4-FFF2-40B4-BE49-F238E27FC236}">
                    <a16:creationId xmlns:a16="http://schemas.microsoft.com/office/drawing/2014/main" id="{BEE107E4-7781-B120-2273-B8B8BC62A7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4714870" y="6854691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" name="Picture 55" descr="spin">
                <a:extLst>
                  <a:ext uri="{FF2B5EF4-FFF2-40B4-BE49-F238E27FC236}">
                    <a16:creationId xmlns:a16="http://schemas.microsoft.com/office/drawing/2014/main" id="{3AC9D0B8-AD8A-9F79-ED62-6075FC4FE5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933945" y="781830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" name="Picture 56" descr="spin">
                <a:extLst>
                  <a:ext uri="{FF2B5EF4-FFF2-40B4-BE49-F238E27FC236}">
                    <a16:creationId xmlns:a16="http://schemas.microsoft.com/office/drawing/2014/main" id="{2D138E99-60F0-A0BE-9E26-297B9D3719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691183" y="684357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" name="Picture 57" descr="spin">
                <a:extLst>
                  <a:ext uri="{FF2B5EF4-FFF2-40B4-BE49-F238E27FC236}">
                    <a16:creationId xmlns:a16="http://schemas.microsoft.com/office/drawing/2014/main" id="{24503EB6-B4BB-7013-D383-FE853A7FAF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824408" y="8562841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" name="Picture 58" descr="spin">
                <a:extLst>
                  <a:ext uri="{FF2B5EF4-FFF2-40B4-BE49-F238E27FC236}">
                    <a16:creationId xmlns:a16="http://schemas.microsoft.com/office/drawing/2014/main" id="{80CA5609-0AC3-5F54-9C27-54C1080226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410195" y="875810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59" descr="spin">
                <a:extLst>
                  <a:ext uri="{FF2B5EF4-FFF2-40B4-BE49-F238E27FC236}">
                    <a16:creationId xmlns:a16="http://schemas.microsoft.com/office/drawing/2014/main" id="{542B99F0-8817-FBE8-54B3-11E3D040A4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440358" y="6362566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" name="Picture 60" descr="spin">
                <a:extLst>
                  <a:ext uri="{FF2B5EF4-FFF2-40B4-BE49-F238E27FC236}">
                    <a16:creationId xmlns:a16="http://schemas.microsoft.com/office/drawing/2014/main" id="{BE7780AE-08CA-84AF-0242-A31AF55450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891208" y="736110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" name="Picture 61" descr="spin">
                <a:extLst>
                  <a:ext uri="{FF2B5EF4-FFF2-40B4-BE49-F238E27FC236}">
                    <a16:creationId xmlns:a16="http://schemas.microsoft.com/office/drawing/2014/main" id="{C37E8F0B-492D-2890-5807-09B7C52D3C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489445" y="7470641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6214EBC3-1432-218A-4222-534E49E23195}"/>
                </a:ext>
              </a:extLst>
            </p:cNvPr>
            <p:cNvGrpSpPr/>
            <p:nvPr/>
          </p:nvGrpSpPr>
          <p:grpSpPr>
            <a:xfrm>
              <a:off x="18971111" y="1151665"/>
              <a:ext cx="1584326" cy="3272631"/>
              <a:chOff x="12554292" y="5804740"/>
              <a:chExt cx="1584326" cy="3272631"/>
            </a:xfrm>
          </p:grpSpPr>
          <p:pic>
            <p:nvPicPr>
              <p:cNvPr id="111" name="Picture 36" descr="spin">
                <a:extLst>
                  <a:ext uri="{FF2B5EF4-FFF2-40B4-BE49-F238E27FC236}">
                    <a16:creationId xmlns:a16="http://schemas.microsoft.com/office/drawing/2014/main" id="{24106DA8-0773-28F4-C97C-CD4F5F10E5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1200000">
                <a:off x="13082930" y="634131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2" name="Picture 49" descr="spin">
                <a:extLst>
                  <a:ext uri="{FF2B5EF4-FFF2-40B4-BE49-F238E27FC236}">
                    <a16:creationId xmlns:a16="http://schemas.microsoft.com/office/drawing/2014/main" id="{B76AD93D-793D-7A2B-624C-6368030C1F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140080" y="709061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3" name="Picture 50" descr="spin">
                <a:extLst>
                  <a:ext uri="{FF2B5EF4-FFF2-40B4-BE49-F238E27FC236}">
                    <a16:creationId xmlns:a16="http://schemas.microsoft.com/office/drawing/2014/main" id="{925D1D2C-BDAD-1132-513A-0C635B9974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1800000">
                <a:off x="13333755" y="66540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4" name="Picture 51" descr="spin">
                <a:extLst>
                  <a:ext uri="{FF2B5EF4-FFF2-40B4-BE49-F238E27FC236}">
                    <a16:creationId xmlns:a16="http://schemas.microsoft.com/office/drawing/2014/main" id="{798E69BB-D015-DD26-A81D-8DF59EE3AB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3433767" y="722714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5" name="Picture 52" descr="spin">
                <a:extLst>
                  <a:ext uri="{FF2B5EF4-FFF2-40B4-BE49-F238E27FC236}">
                    <a16:creationId xmlns:a16="http://schemas.microsoft.com/office/drawing/2014/main" id="{0E9541FE-1A49-BBB2-0CCE-3D12B916E5F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600000">
                <a:off x="13267080" y="580474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" name="Picture 53" descr="spin">
                <a:extLst>
                  <a:ext uri="{FF2B5EF4-FFF2-40B4-BE49-F238E27FC236}">
                    <a16:creationId xmlns:a16="http://schemas.microsoft.com/office/drawing/2014/main" id="{3A095207-31B5-41AE-1531-2E00CB280C7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3000000">
                <a:off x="13475042" y="7890715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7" name="Picture 54" descr="spin">
                <a:extLst>
                  <a:ext uri="{FF2B5EF4-FFF2-40B4-BE49-F238E27FC236}">
                    <a16:creationId xmlns:a16="http://schemas.microsoft.com/office/drawing/2014/main" id="{E585288A-9247-9B9E-4E05-148BB4130D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1800000">
                <a:off x="12779717" y="684137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8" name="Picture 55" descr="spin">
                <a:extLst>
                  <a:ext uri="{FF2B5EF4-FFF2-40B4-BE49-F238E27FC236}">
                    <a16:creationId xmlns:a16="http://schemas.microsoft.com/office/drawing/2014/main" id="{7118E8E6-5BA6-3DE6-134E-32219CC5BA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3000000">
                <a:off x="12998792" y="780499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9" name="Picture 56" descr="spin">
                <a:extLst>
                  <a:ext uri="{FF2B5EF4-FFF2-40B4-BE49-F238E27FC236}">
                    <a16:creationId xmlns:a16="http://schemas.microsoft.com/office/drawing/2014/main" id="{CC4D4643-C4E9-809B-71FC-66D964A6FF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1800000">
                <a:off x="13756030" y="683026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0" name="Picture 57" descr="spin">
                <a:extLst>
                  <a:ext uri="{FF2B5EF4-FFF2-40B4-BE49-F238E27FC236}">
                    <a16:creationId xmlns:a16="http://schemas.microsoft.com/office/drawing/2014/main" id="{ADA11877-E291-B038-15D3-BA9867EFAB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4200000">
                <a:off x="12889255" y="85495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1" name="Picture 58" descr="spin">
                <a:extLst>
                  <a:ext uri="{FF2B5EF4-FFF2-40B4-BE49-F238E27FC236}">
                    <a16:creationId xmlns:a16="http://schemas.microsoft.com/office/drawing/2014/main" id="{0A2B224B-EDE1-3530-4E22-7C1415250D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4200000">
                <a:off x="13475042" y="874479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2" name="Picture 59" descr="spin">
                <a:extLst>
                  <a:ext uri="{FF2B5EF4-FFF2-40B4-BE49-F238E27FC236}">
                    <a16:creationId xmlns:a16="http://schemas.microsoft.com/office/drawing/2014/main" id="{61BDCD1D-325D-D162-9B71-FDDAD25B07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1200000">
                <a:off x="13505205" y="63492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3" name="Picture 60" descr="spin">
                <a:extLst>
                  <a:ext uri="{FF2B5EF4-FFF2-40B4-BE49-F238E27FC236}">
                    <a16:creationId xmlns:a16="http://schemas.microsoft.com/office/drawing/2014/main" id="{6CDE601C-8A81-7D9B-3EC0-303AE590CD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956055" y="734779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4" name="Picture 61" descr="spin">
                <a:extLst>
                  <a:ext uri="{FF2B5EF4-FFF2-40B4-BE49-F238E27FC236}">
                    <a16:creationId xmlns:a16="http://schemas.microsoft.com/office/drawing/2014/main" id="{AD9756A3-2F38-B7E0-A987-B230E37868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2554292" y="745732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7267A193-CCF7-1C2C-9C27-52122915645B}"/>
                </a:ext>
              </a:extLst>
            </p:cNvPr>
            <p:cNvGrpSpPr/>
            <p:nvPr/>
          </p:nvGrpSpPr>
          <p:grpSpPr>
            <a:xfrm>
              <a:off x="18971111" y="1139480"/>
              <a:ext cx="1584326" cy="3422650"/>
              <a:chOff x="14489445" y="5818053"/>
              <a:chExt cx="1584326" cy="3422650"/>
            </a:xfrm>
          </p:grpSpPr>
          <p:pic>
            <p:nvPicPr>
              <p:cNvPr id="126" name="Picture 36" descr="spin">
                <a:extLst>
                  <a:ext uri="{FF2B5EF4-FFF2-40B4-BE49-F238E27FC236}">
                    <a16:creationId xmlns:a16="http://schemas.microsoft.com/office/drawing/2014/main" id="{9326A11B-F4A8-C69E-367C-D7769D990E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018083" y="63546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7" name="Picture 49" descr="spin">
                <a:extLst>
                  <a:ext uri="{FF2B5EF4-FFF2-40B4-BE49-F238E27FC236}">
                    <a16:creationId xmlns:a16="http://schemas.microsoft.com/office/drawing/2014/main" id="{8F9E927E-3646-64C9-2E98-7DF05B218C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075233" y="71039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8" name="Picture 50" descr="spin">
                <a:extLst>
                  <a:ext uri="{FF2B5EF4-FFF2-40B4-BE49-F238E27FC236}">
                    <a16:creationId xmlns:a16="http://schemas.microsoft.com/office/drawing/2014/main" id="{367CF9CD-191E-5DAD-AC1D-23ECE665FF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268908" y="6667366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9" name="Picture 51" descr="spin">
                <a:extLst>
                  <a:ext uri="{FF2B5EF4-FFF2-40B4-BE49-F238E27FC236}">
                    <a16:creationId xmlns:a16="http://schemas.microsoft.com/office/drawing/2014/main" id="{A0040D9A-683C-549F-CAA1-4546337C5D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368920" y="724045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0" name="Picture 52" descr="spin">
                <a:extLst>
                  <a:ext uri="{FF2B5EF4-FFF2-40B4-BE49-F238E27FC236}">
                    <a16:creationId xmlns:a16="http://schemas.microsoft.com/office/drawing/2014/main" id="{C20DFE9D-E8AD-0C23-BB9D-60C972334B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202233" y="58180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1" name="Picture 53" descr="spin">
                <a:extLst>
                  <a:ext uri="{FF2B5EF4-FFF2-40B4-BE49-F238E27FC236}">
                    <a16:creationId xmlns:a16="http://schemas.microsoft.com/office/drawing/2014/main" id="{455FE024-0895-E867-2B5A-3B2B86F0DC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410195" y="790402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2" name="Picture 54" descr="spin">
                <a:extLst>
                  <a:ext uri="{FF2B5EF4-FFF2-40B4-BE49-F238E27FC236}">
                    <a16:creationId xmlns:a16="http://schemas.microsoft.com/office/drawing/2014/main" id="{E89D43DE-3900-4581-1938-8243CC0A88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4714870" y="6854691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3" name="Picture 55" descr="spin">
                <a:extLst>
                  <a:ext uri="{FF2B5EF4-FFF2-40B4-BE49-F238E27FC236}">
                    <a16:creationId xmlns:a16="http://schemas.microsoft.com/office/drawing/2014/main" id="{F9104B3C-4B01-7055-583B-1B9316960B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933945" y="781830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4" name="Picture 56" descr="spin">
                <a:extLst>
                  <a:ext uri="{FF2B5EF4-FFF2-40B4-BE49-F238E27FC236}">
                    <a16:creationId xmlns:a16="http://schemas.microsoft.com/office/drawing/2014/main" id="{826B7C3A-5362-D9BD-4C29-54FC65C124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691183" y="684357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5" name="Picture 57" descr="spin">
                <a:extLst>
                  <a:ext uri="{FF2B5EF4-FFF2-40B4-BE49-F238E27FC236}">
                    <a16:creationId xmlns:a16="http://schemas.microsoft.com/office/drawing/2014/main" id="{0FE51773-85EF-E3C0-3650-EC6907CD80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824408" y="8562841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6" name="Picture 58" descr="spin">
                <a:extLst>
                  <a:ext uri="{FF2B5EF4-FFF2-40B4-BE49-F238E27FC236}">
                    <a16:creationId xmlns:a16="http://schemas.microsoft.com/office/drawing/2014/main" id="{8EFC114C-28AB-8124-49F1-A5786502FA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410195" y="875810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7" name="Picture 59" descr="spin">
                <a:extLst>
                  <a:ext uri="{FF2B5EF4-FFF2-40B4-BE49-F238E27FC236}">
                    <a16:creationId xmlns:a16="http://schemas.microsoft.com/office/drawing/2014/main" id="{8793DE82-E84D-7079-5D02-9293403DCC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440358" y="6362566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8" name="Picture 60" descr="spin">
                <a:extLst>
                  <a:ext uri="{FF2B5EF4-FFF2-40B4-BE49-F238E27FC236}">
                    <a16:creationId xmlns:a16="http://schemas.microsoft.com/office/drawing/2014/main" id="{859E4C91-7F21-6C91-7E96-07C8BB306C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891208" y="736110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9" name="Picture 61" descr="spin">
                <a:extLst>
                  <a:ext uri="{FF2B5EF4-FFF2-40B4-BE49-F238E27FC236}">
                    <a16:creationId xmlns:a16="http://schemas.microsoft.com/office/drawing/2014/main" id="{746B3607-E4FA-4F2C-C4D7-0EE3194F03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489445" y="7470641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0" name="Rectangle 39">
                  <a:extLst>
                    <a:ext uri="{FF2B5EF4-FFF2-40B4-BE49-F238E27FC236}">
                      <a16:creationId xmlns:a16="http://schemas.microsoft.com/office/drawing/2014/main" id="{0087F259-16D0-95D6-C038-800CEB75CF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28637" y="1133131"/>
                  <a:ext cx="1310033" cy="8851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en-US" sz="1200" b="0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140" name="Rectangle 39">
                  <a:extLst>
                    <a:ext uri="{FF2B5EF4-FFF2-40B4-BE49-F238E27FC236}">
                      <a16:creationId xmlns:a16="http://schemas.microsoft.com/office/drawing/2014/main" id="{0087F259-16D0-95D6-C038-800CEB75CF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828637" y="1133131"/>
                  <a:ext cx="1310033" cy="88510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1" name="Rectangle 39">
                  <a:extLst>
                    <a:ext uri="{FF2B5EF4-FFF2-40B4-BE49-F238E27FC236}">
                      <a16:creationId xmlns:a16="http://schemas.microsoft.com/office/drawing/2014/main" id="{12EF4D77-A078-4637-FF2D-A69DD046D8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100228" y="1083830"/>
                  <a:ext cx="1310033" cy="8851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oMath>
                    </m:oMathPara>
                  </a14:m>
                  <a:endParaRPr lang="en-US" sz="1200" b="0" dirty="0">
                    <a:solidFill>
                      <a:srgbClr val="FFC000"/>
                    </a:solidFill>
                  </a:endParaRPr>
                </a:p>
              </p:txBody>
            </p:sp>
          </mc:Choice>
          <mc:Fallback>
            <p:sp>
              <p:nvSpPr>
                <p:cNvPr id="141" name="Rectangle 39">
                  <a:extLst>
                    <a:ext uri="{FF2B5EF4-FFF2-40B4-BE49-F238E27FC236}">
                      <a16:creationId xmlns:a16="http://schemas.microsoft.com/office/drawing/2014/main" id="{12EF4D77-A078-4637-FF2D-A69DD046D8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100228" y="1083830"/>
                  <a:ext cx="1310033" cy="88510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A364E2F5-78C5-4162-11D5-5BED4E55ABED}"/>
                </a:ext>
              </a:extLst>
            </p:cNvPr>
            <p:cNvGrpSpPr/>
            <p:nvPr/>
          </p:nvGrpSpPr>
          <p:grpSpPr>
            <a:xfrm>
              <a:off x="17623749" y="1734046"/>
              <a:ext cx="528494" cy="2646694"/>
              <a:chOff x="2533057" y="109285"/>
              <a:chExt cx="155578" cy="2646694"/>
            </a:xfrm>
          </p:grpSpPr>
          <p:sp>
            <p:nvSpPr>
              <p:cNvPr id="143" name="AutoShape 4">
                <a:extLst>
                  <a:ext uri="{FF2B5EF4-FFF2-40B4-BE49-F238E27FC236}">
                    <a16:creationId xmlns:a16="http://schemas.microsoft.com/office/drawing/2014/main" id="{9C51DD63-FD32-6C26-D750-0B803B50C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6441" y="109285"/>
                <a:ext cx="151296" cy="278839"/>
              </a:xfrm>
              <a:prstGeom prst="upArrow">
                <a:avLst>
                  <a:gd name="adj1" fmla="val 50806"/>
                  <a:gd name="adj2" fmla="val 47729"/>
                </a:avLst>
              </a:prstGeom>
              <a:ln>
                <a:headEnd/>
                <a:tailEnd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 sz="1000"/>
              </a:p>
            </p:txBody>
          </p:sp>
          <p:sp>
            <p:nvSpPr>
              <p:cNvPr id="144" name="AutoShape 4">
                <a:extLst>
                  <a:ext uri="{FF2B5EF4-FFF2-40B4-BE49-F238E27FC236}">
                    <a16:creationId xmlns:a16="http://schemas.microsoft.com/office/drawing/2014/main" id="{6C6D8430-02FC-CD06-0CBC-6A8B7DD7D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3057" y="850512"/>
                <a:ext cx="151296" cy="107095"/>
              </a:xfrm>
              <a:prstGeom prst="upArrow">
                <a:avLst>
                  <a:gd name="adj1" fmla="val 50806"/>
                  <a:gd name="adj2" fmla="val 47729"/>
                </a:avLst>
              </a:prstGeom>
              <a:ln>
                <a:headEnd/>
                <a:tailEnd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 sz="1000"/>
              </a:p>
            </p:txBody>
          </p:sp>
          <p:sp>
            <p:nvSpPr>
              <p:cNvPr id="145" name="AutoShape 4">
                <a:extLst>
                  <a:ext uri="{FF2B5EF4-FFF2-40B4-BE49-F238E27FC236}">
                    <a16:creationId xmlns:a16="http://schemas.microsoft.com/office/drawing/2014/main" id="{3762EC15-5291-3BCE-0DA7-FC36539CC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2537339" y="2477140"/>
                <a:ext cx="151296" cy="278839"/>
              </a:xfrm>
              <a:prstGeom prst="upArrow">
                <a:avLst>
                  <a:gd name="adj1" fmla="val 50806"/>
                  <a:gd name="adj2" fmla="val 47729"/>
                </a:avLst>
              </a:prstGeom>
              <a:ln>
                <a:headEnd/>
                <a:tailEnd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 sz="1000"/>
              </a:p>
            </p:txBody>
          </p:sp>
          <p:sp>
            <p:nvSpPr>
              <p:cNvPr id="146" name="AutoShape 4">
                <a:extLst>
                  <a:ext uri="{FF2B5EF4-FFF2-40B4-BE49-F238E27FC236}">
                    <a16:creationId xmlns:a16="http://schemas.microsoft.com/office/drawing/2014/main" id="{A7CAF06D-2782-0E17-A71F-BFD9C04C4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2536441" y="1903569"/>
                <a:ext cx="151296" cy="107095"/>
              </a:xfrm>
              <a:prstGeom prst="upArrow">
                <a:avLst>
                  <a:gd name="adj1" fmla="val 50806"/>
                  <a:gd name="adj2" fmla="val 47729"/>
                </a:avLst>
              </a:prstGeom>
              <a:ln>
                <a:headEnd/>
                <a:tailEnd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 sz="1000"/>
              </a:p>
            </p:txBody>
          </p:sp>
        </p:grp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7F417507-D6EB-FAD1-44E1-2C3713B85A37}"/>
                </a:ext>
              </a:extLst>
            </p:cNvPr>
            <p:cNvSpPr/>
            <p:nvPr/>
          </p:nvSpPr>
          <p:spPr>
            <a:xfrm>
              <a:off x="17747491" y="3040598"/>
              <a:ext cx="274320" cy="1828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8" name="Rectangle 39">
                  <a:extLst>
                    <a:ext uri="{FF2B5EF4-FFF2-40B4-BE49-F238E27FC236}">
                      <a16:creationId xmlns:a16="http://schemas.microsoft.com/office/drawing/2014/main" id="{AA7BF259-7734-3C82-28A4-B30C61C86B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360934" y="4581389"/>
                  <a:ext cx="1624530" cy="960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12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  <m:r>
                          <a:rPr lang="en-US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2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en-US" sz="1200" b="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148" name="Rectangle 39">
                  <a:extLst>
                    <a:ext uri="{FF2B5EF4-FFF2-40B4-BE49-F238E27FC236}">
                      <a16:creationId xmlns:a16="http://schemas.microsoft.com/office/drawing/2014/main" id="{AA7BF259-7734-3C82-28A4-B30C61C86B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360934" y="4581389"/>
                  <a:ext cx="1624530" cy="960499"/>
                </a:xfrm>
                <a:prstGeom prst="rect">
                  <a:avLst/>
                </a:prstGeom>
                <a:blipFill>
                  <a:blip r:embed="rId9"/>
                  <a:stretch>
                    <a:fillRect t="-4082" r="-27381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B0FC087D-513E-EE36-73B8-47B060238ECD}"/>
                </a:ext>
              </a:extLst>
            </p:cNvPr>
            <p:cNvSpPr txBox="1"/>
            <p:nvPr/>
          </p:nvSpPr>
          <p:spPr>
            <a:xfrm>
              <a:off x="1725972" y="5522940"/>
              <a:ext cx="4035595" cy="2065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Polarization</a:t>
              </a:r>
            </a:p>
            <a:p>
              <a:pPr algn="ctr"/>
              <a:r>
                <a:rPr lang="en-US" sz="1200" dirty="0"/>
                <a:t>Go inside a big magnet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8AFBF8B-741B-035B-71E6-4631E9AA56AC}"/>
                </a:ext>
              </a:extLst>
            </p:cNvPr>
            <p:cNvSpPr txBox="1"/>
            <p:nvPr/>
          </p:nvSpPr>
          <p:spPr>
            <a:xfrm>
              <a:off x="6545521" y="5536495"/>
              <a:ext cx="4990311" cy="2065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Excitation</a:t>
              </a:r>
            </a:p>
            <a:p>
              <a:pPr algn="ctr"/>
              <a:r>
                <a:rPr lang="en-US" sz="1200" dirty="0"/>
                <a:t>Send radio waves into the body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47C39A6-B3F9-46AC-5C84-0A6D434F0A52}"/>
                </a:ext>
              </a:extLst>
            </p:cNvPr>
            <p:cNvSpPr txBox="1"/>
            <p:nvPr/>
          </p:nvSpPr>
          <p:spPr>
            <a:xfrm>
              <a:off x="11750264" y="5545847"/>
              <a:ext cx="4975635" cy="26553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Acquisition</a:t>
              </a:r>
            </a:p>
            <a:p>
              <a:pPr algn="ctr"/>
              <a:r>
                <a:rPr lang="en-US" sz="1200" dirty="0"/>
                <a:t>Listen for radio waves coming back out of the body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E2CADC9-B44F-D476-AA75-94456A6C427D}"/>
                </a:ext>
              </a:extLst>
            </p:cNvPr>
            <p:cNvSpPr txBox="1"/>
            <p:nvPr/>
          </p:nvSpPr>
          <p:spPr>
            <a:xfrm>
              <a:off x="17225433" y="5559402"/>
              <a:ext cx="5469396" cy="26553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Spatial Encoding</a:t>
              </a:r>
            </a:p>
            <a:p>
              <a:pPr algn="ctr"/>
              <a:r>
                <a:rPr lang="en-US" sz="1200" dirty="0"/>
                <a:t>Make small changes to the magnetic field to create an image</a:t>
              </a: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CDF155B1-DDD1-3252-1732-E96C964D5178}"/>
                </a:ext>
              </a:extLst>
            </p:cNvPr>
            <p:cNvSpPr/>
            <p:nvPr/>
          </p:nvSpPr>
          <p:spPr>
            <a:xfrm>
              <a:off x="20578570" y="1874639"/>
              <a:ext cx="605563" cy="458844"/>
            </a:xfrm>
            <a:custGeom>
              <a:avLst/>
              <a:gdLst>
                <a:gd name="connsiteX0" fmla="*/ 0 w 605563"/>
                <a:gd name="connsiteY0" fmla="*/ 325620 h 458844"/>
                <a:gd name="connsiteX1" fmla="*/ 24222 w 605563"/>
                <a:gd name="connsiteY1" fmla="*/ 101562 h 458844"/>
                <a:gd name="connsiteX2" fmla="*/ 115057 w 605563"/>
                <a:gd name="connsiteY2" fmla="*/ 458844 h 458844"/>
                <a:gd name="connsiteX3" fmla="*/ 121112 w 605563"/>
                <a:gd name="connsiteY3" fmla="*/ 101562 h 458844"/>
                <a:gd name="connsiteX4" fmla="*/ 218003 w 605563"/>
                <a:gd name="connsiteY4" fmla="*/ 446733 h 458844"/>
                <a:gd name="connsiteX5" fmla="*/ 248281 w 605563"/>
                <a:gd name="connsiteY5" fmla="*/ 22839 h 458844"/>
                <a:gd name="connsiteX6" fmla="*/ 375449 w 605563"/>
                <a:gd name="connsiteY6" fmla="*/ 416455 h 458844"/>
                <a:gd name="connsiteX7" fmla="*/ 387560 w 605563"/>
                <a:gd name="connsiteY7" fmla="*/ 16783 h 458844"/>
                <a:gd name="connsiteX8" fmla="*/ 514728 w 605563"/>
                <a:gd name="connsiteY8" fmla="*/ 404344 h 458844"/>
                <a:gd name="connsiteX9" fmla="*/ 526840 w 605563"/>
                <a:gd name="connsiteY9" fmla="*/ 10728 h 458844"/>
                <a:gd name="connsiteX10" fmla="*/ 605563 w 605563"/>
                <a:gd name="connsiteY10" fmla="*/ 150007 h 458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05563" h="458844">
                  <a:moveTo>
                    <a:pt x="0" y="325620"/>
                  </a:moveTo>
                  <a:cubicBezTo>
                    <a:pt x="2523" y="202489"/>
                    <a:pt x="5046" y="79358"/>
                    <a:pt x="24222" y="101562"/>
                  </a:cubicBezTo>
                  <a:cubicBezTo>
                    <a:pt x="43398" y="123766"/>
                    <a:pt x="98909" y="458844"/>
                    <a:pt x="115057" y="458844"/>
                  </a:cubicBezTo>
                  <a:cubicBezTo>
                    <a:pt x="131205" y="458844"/>
                    <a:pt x="103954" y="103580"/>
                    <a:pt x="121112" y="101562"/>
                  </a:cubicBezTo>
                  <a:cubicBezTo>
                    <a:pt x="138270" y="99544"/>
                    <a:pt x="196808" y="459854"/>
                    <a:pt x="218003" y="446733"/>
                  </a:cubicBezTo>
                  <a:cubicBezTo>
                    <a:pt x="239198" y="433613"/>
                    <a:pt x="222040" y="27885"/>
                    <a:pt x="248281" y="22839"/>
                  </a:cubicBezTo>
                  <a:cubicBezTo>
                    <a:pt x="274522" y="17793"/>
                    <a:pt x="352236" y="417464"/>
                    <a:pt x="375449" y="416455"/>
                  </a:cubicBezTo>
                  <a:cubicBezTo>
                    <a:pt x="398662" y="415446"/>
                    <a:pt x="364347" y="18801"/>
                    <a:pt x="387560" y="16783"/>
                  </a:cubicBezTo>
                  <a:cubicBezTo>
                    <a:pt x="410773" y="14764"/>
                    <a:pt x="491515" y="405353"/>
                    <a:pt x="514728" y="404344"/>
                  </a:cubicBezTo>
                  <a:cubicBezTo>
                    <a:pt x="537941" y="403335"/>
                    <a:pt x="511701" y="53117"/>
                    <a:pt x="526840" y="10728"/>
                  </a:cubicBezTo>
                  <a:cubicBezTo>
                    <a:pt x="541979" y="-31662"/>
                    <a:pt x="573771" y="59172"/>
                    <a:pt x="605563" y="150007"/>
                  </a:cubicBezTo>
                </a:path>
              </a:pathLst>
            </a:cu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 type="arrow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</p:grpSp>
      <p:pic>
        <p:nvPicPr>
          <p:cNvPr id="2" name="Picture 1" descr="A blue and white machine&#10;&#10;AI-generated content may be incorrect.">
            <a:extLst>
              <a:ext uri="{FF2B5EF4-FFF2-40B4-BE49-F238E27FC236}">
                <a16:creationId xmlns:a16="http://schemas.microsoft.com/office/drawing/2014/main" id="{36F0CFAF-EB5F-8110-27ED-B17E6E44D411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142" y="56486"/>
            <a:ext cx="1162825" cy="790802"/>
          </a:xfrm>
          <a:prstGeom prst="rect">
            <a:avLst/>
          </a:prstGeom>
        </p:spPr>
      </p:pic>
      <p:pic>
        <p:nvPicPr>
          <p:cNvPr id="3" name="Picture 2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FEE8F0C2-2FC0-CF48-31D9-3B7EA093BA1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961" y="153024"/>
            <a:ext cx="827480" cy="827480"/>
          </a:xfrm>
          <a:prstGeom prst="rect">
            <a:avLst/>
          </a:prstGeom>
        </p:spPr>
      </p:pic>
      <p:grpSp>
        <p:nvGrpSpPr>
          <p:cNvPr id="159" name="Group 158">
            <a:extLst>
              <a:ext uri="{FF2B5EF4-FFF2-40B4-BE49-F238E27FC236}">
                <a16:creationId xmlns:a16="http://schemas.microsoft.com/office/drawing/2014/main" id="{F8856FDC-5E62-5F50-9D24-74AA53ACFC26}"/>
              </a:ext>
            </a:extLst>
          </p:cNvPr>
          <p:cNvGrpSpPr/>
          <p:nvPr/>
        </p:nvGrpSpPr>
        <p:grpSpPr>
          <a:xfrm>
            <a:off x="4427817" y="1719977"/>
            <a:ext cx="2380415" cy="3032233"/>
            <a:chOff x="7353747" y="3083597"/>
            <a:chExt cx="2718002" cy="3462259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4F880821-2BFC-9AE2-0982-0262E2AE419A}"/>
                </a:ext>
              </a:extLst>
            </p:cNvPr>
            <p:cNvSpPr/>
            <p:nvPr/>
          </p:nvSpPr>
          <p:spPr>
            <a:xfrm>
              <a:off x="7353747" y="3083597"/>
              <a:ext cx="2637908" cy="3370599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E01315A1-7BF1-E94D-64F9-321CA9BF2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681455" y="3212923"/>
              <a:ext cx="2015413" cy="1550318"/>
            </a:xfrm>
            <a:prstGeom prst="rect">
              <a:avLst/>
            </a:prstGeom>
          </p:spPr>
        </p:pic>
        <p:pic>
          <p:nvPicPr>
            <p:cNvPr id="156" name="Picture 155" descr="A close-up of a device&#10;&#10;Description automatically generated">
              <a:extLst>
                <a:ext uri="{FF2B5EF4-FFF2-40B4-BE49-F238E27FC236}">
                  <a16:creationId xmlns:a16="http://schemas.microsoft.com/office/drawing/2014/main" id="{1816691D-15B3-2F98-6814-CBBB8384B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674024" y="5075216"/>
              <a:ext cx="2077449" cy="1470640"/>
            </a:xfrm>
            <a:prstGeom prst="rect">
              <a:avLst/>
            </a:prstGeom>
          </p:spPr>
        </p:pic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79B494-E7DC-7054-37BA-3CAF66FEF060}"/>
                </a:ext>
              </a:extLst>
            </p:cNvPr>
            <p:cNvSpPr txBox="1"/>
            <p:nvPr/>
          </p:nvSpPr>
          <p:spPr>
            <a:xfrm>
              <a:off x="7353747" y="4819171"/>
              <a:ext cx="2718002" cy="351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Comic Sans MS" panose="030F0702030302020204" pitchFamily="66" charset="0"/>
                </a:rPr>
                <a:t>Insides of MRI Machines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3583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170</Words>
  <Application>Microsoft Office PowerPoint</Application>
  <PresentationFormat>Letter Paper (8.5x11 in)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Comic Sans MS</vt:lpstr>
      <vt:lpstr>Office Theme</vt:lpstr>
      <vt:lpstr>What is MRI and How Does it Work?</vt:lpstr>
    </vt:vector>
  </TitlesOfParts>
  <Company>UCSF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Larson, Peder</dc:creator>
  <cp:lastModifiedBy>Larson, Peder</cp:lastModifiedBy>
  <cp:revision>1</cp:revision>
  <dcterms:created xsi:type="dcterms:W3CDTF">2025-10-22T21:27:15Z</dcterms:created>
  <dcterms:modified xsi:type="dcterms:W3CDTF">2025-10-23T22:31:21Z</dcterms:modified>
</cp:coreProperties>
</file>